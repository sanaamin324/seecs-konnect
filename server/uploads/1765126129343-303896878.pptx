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749" r:id="rId1"/>
  </p:sldMasterIdLst>
  <p:notesMasterIdLst>
    <p:notesMasterId r:id="rId25"/>
  </p:notesMasterIdLst>
  <p:handoutMasterIdLst>
    <p:handoutMasterId r:id="rId26"/>
  </p:handoutMasterIdLst>
  <p:sldIdLst>
    <p:sldId id="256" r:id="rId2"/>
    <p:sldId id="258" r:id="rId3"/>
    <p:sldId id="289" r:id="rId4"/>
    <p:sldId id="290" r:id="rId5"/>
    <p:sldId id="259" r:id="rId6"/>
    <p:sldId id="260" r:id="rId7"/>
    <p:sldId id="261" r:id="rId8"/>
    <p:sldId id="262" r:id="rId9"/>
    <p:sldId id="263" r:id="rId10"/>
    <p:sldId id="266" r:id="rId11"/>
    <p:sldId id="267" r:id="rId12"/>
    <p:sldId id="268" r:id="rId13"/>
    <p:sldId id="269" r:id="rId14"/>
    <p:sldId id="291" r:id="rId15"/>
    <p:sldId id="264" r:id="rId16"/>
    <p:sldId id="265" r:id="rId17"/>
    <p:sldId id="276" r:id="rId18"/>
    <p:sldId id="278" r:id="rId19"/>
    <p:sldId id="270" r:id="rId20"/>
    <p:sldId id="272" r:id="rId21"/>
    <p:sldId id="279" r:id="rId22"/>
    <p:sldId id="280" r:id="rId23"/>
    <p:sldId id="281" r:id="rId24"/>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482" y="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6FEC29-CD2E-441D-88A8-4E55F672FD46}"/>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A9C6675-6617-42F6-B969-A21E810BE9EB}"/>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0256E2DD-7C57-4335-93D4-5C8E31BFCEA2}" type="datetimeFigureOut">
              <a:rPr lang="en-US" smtClean="0"/>
              <a:t>9/15/2025</a:t>
            </a:fld>
            <a:endParaRPr lang="en-US"/>
          </a:p>
        </p:txBody>
      </p:sp>
      <p:sp>
        <p:nvSpPr>
          <p:cNvPr id="4" name="Footer Placeholder 3">
            <a:extLst>
              <a:ext uri="{FF2B5EF4-FFF2-40B4-BE49-F238E27FC236}">
                <a16:creationId xmlns:a16="http://schemas.microsoft.com/office/drawing/2014/main" id="{99A93160-435F-4FE4-BAFC-7EAFE89E9A60}"/>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BC06E03-A605-45B8-A017-F487C0C57B48}"/>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3C1FDA38-CA6D-462F-92B1-D3D33CF6CBBB}" type="slidenum">
              <a:rPr lang="en-US" smtClean="0"/>
              <a:t>‹#›</a:t>
            </a:fld>
            <a:endParaRPr lang="en-US"/>
          </a:p>
        </p:txBody>
      </p:sp>
    </p:spTree>
    <p:extLst>
      <p:ext uri="{BB962C8B-B14F-4D97-AF65-F5344CB8AC3E}">
        <p14:creationId xmlns:p14="http://schemas.microsoft.com/office/powerpoint/2010/main" val="240630193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F072CA87-E093-4B2F-919C-F3DF49C2BA2A}" type="datetimeFigureOut">
              <a:rPr lang="en-US" smtClean="0"/>
              <a:t>9/15/2025</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C457E754-288F-4746-90C3-B3CA034D3067}" type="slidenum">
              <a:rPr lang="en-US" smtClean="0"/>
              <a:t>‹#›</a:t>
            </a:fld>
            <a:endParaRPr lang="en-US"/>
          </a:p>
        </p:txBody>
      </p:sp>
    </p:spTree>
    <p:extLst>
      <p:ext uri="{BB962C8B-B14F-4D97-AF65-F5344CB8AC3E}">
        <p14:creationId xmlns:p14="http://schemas.microsoft.com/office/powerpoint/2010/main" val="168532962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0C6E09-E412-4F95-A536-8667FCE924A4}" type="datetime1">
              <a:rPr lang="en-US" smtClean="0"/>
              <a:t>9/15/2025</a:t>
            </a:fld>
            <a:endParaRPr lang="en-US"/>
          </a:p>
        </p:txBody>
      </p:sp>
      <p:sp>
        <p:nvSpPr>
          <p:cNvPr id="5" name="Footer Placeholder 4"/>
          <p:cNvSpPr>
            <a:spLocks noGrp="1"/>
          </p:cNvSpPr>
          <p:nvPr>
            <p:ph type="ftr" sz="quarter" idx="11"/>
          </p:nvPr>
        </p:nvSpPr>
        <p:spPr/>
        <p:txBody>
          <a:bodyPr/>
          <a:lstStyle/>
          <a:p>
            <a:pPr marL="12700">
              <a:lnSpc>
                <a:spcPct val="100000"/>
              </a:lnSpc>
              <a:spcBef>
                <a:spcPts val="100"/>
              </a:spcBef>
            </a:pPr>
            <a:endParaRPr lang="en-US" spc="-10" dirty="0"/>
          </a:p>
        </p:txBody>
      </p:sp>
      <p:sp>
        <p:nvSpPr>
          <p:cNvPr id="6" name="Slide Number Placeholder 5"/>
          <p:cNvSpPr>
            <a:spLocks noGrp="1"/>
          </p:cNvSpPr>
          <p:nvPr>
            <p:ph type="sldNum" sz="quarter" idx="12"/>
          </p:nvPr>
        </p:nvSpPr>
        <p:spPr/>
        <p:txBody>
          <a:bodyPr/>
          <a:lstStyle/>
          <a:p>
            <a:pPr marL="12700">
              <a:lnSpc>
                <a:spcPts val="2090"/>
              </a:lnSpc>
            </a:pPr>
            <a:r>
              <a:rPr lang="en-US" spc="-5"/>
              <a:t>2–</a:t>
            </a:r>
            <a:fld id="{81D60167-4931-47E6-BA6A-407CBD079E47}" type="slidenum">
              <a:rPr spc="-5" smtClean="0"/>
              <a:t>‹#›</a:t>
            </a:fld>
            <a:endParaRPr spc="-5" dirty="0"/>
          </a:p>
        </p:txBody>
      </p:sp>
    </p:spTree>
    <p:extLst>
      <p:ext uri="{BB962C8B-B14F-4D97-AF65-F5344CB8AC3E}">
        <p14:creationId xmlns:p14="http://schemas.microsoft.com/office/powerpoint/2010/main" val="2339209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238E0ECE-EC73-4F0C-AF48-7F32A48A641F}" type="datetime1">
              <a:rPr lang="en-US" smtClean="0"/>
              <a:t>9/15/2025</a:t>
            </a:fld>
            <a:endParaRPr lang="en-US"/>
          </a:p>
        </p:txBody>
      </p:sp>
      <p:sp>
        <p:nvSpPr>
          <p:cNvPr id="5" name="Footer Placeholder 4"/>
          <p:cNvSpPr>
            <a:spLocks noGrp="1"/>
          </p:cNvSpPr>
          <p:nvPr>
            <p:ph type="ftr" sz="quarter" idx="11"/>
          </p:nvPr>
        </p:nvSpPr>
        <p:spPr/>
        <p:txBody>
          <a:bodyPr/>
          <a:lstStyle/>
          <a:p>
            <a:pPr marL="12700">
              <a:lnSpc>
                <a:spcPct val="100000"/>
              </a:lnSpc>
              <a:spcBef>
                <a:spcPts val="100"/>
              </a:spcBef>
            </a:pPr>
            <a:endParaRPr lang="en-US" spc="-10" dirty="0"/>
          </a:p>
        </p:txBody>
      </p:sp>
      <p:sp>
        <p:nvSpPr>
          <p:cNvPr id="6" name="Slide Number Placeholder 5"/>
          <p:cNvSpPr>
            <a:spLocks noGrp="1"/>
          </p:cNvSpPr>
          <p:nvPr>
            <p:ph type="sldNum" sz="quarter" idx="12"/>
          </p:nvPr>
        </p:nvSpPr>
        <p:spPr/>
        <p:txBody>
          <a:bodyPr/>
          <a:lstStyle/>
          <a:p>
            <a:pPr marL="12700">
              <a:lnSpc>
                <a:spcPts val="2090"/>
              </a:lnSpc>
            </a:pPr>
            <a:r>
              <a:rPr lang="en-US" spc="-5"/>
              <a:t>2–</a:t>
            </a:r>
            <a:fld id="{81D60167-4931-47E6-BA6A-407CBD079E47}" type="slidenum">
              <a:rPr spc="-5" smtClean="0"/>
              <a:t>‹#›</a:t>
            </a:fld>
            <a:endParaRPr spc="-5" dirty="0"/>
          </a:p>
        </p:txBody>
      </p:sp>
    </p:spTree>
    <p:extLst>
      <p:ext uri="{BB962C8B-B14F-4D97-AF65-F5344CB8AC3E}">
        <p14:creationId xmlns:p14="http://schemas.microsoft.com/office/powerpoint/2010/main" val="1346319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D96C0B-4937-481F-A9DB-4873E3DC7B81}" type="datetime1">
              <a:rPr lang="en-US" smtClean="0"/>
              <a:t>9/15/2025</a:t>
            </a:fld>
            <a:endParaRPr lang="en-US"/>
          </a:p>
        </p:txBody>
      </p:sp>
      <p:sp>
        <p:nvSpPr>
          <p:cNvPr id="5" name="Footer Placeholder 4"/>
          <p:cNvSpPr>
            <a:spLocks noGrp="1"/>
          </p:cNvSpPr>
          <p:nvPr>
            <p:ph type="ftr" sz="quarter" idx="11"/>
          </p:nvPr>
        </p:nvSpPr>
        <p:spPr/>
        <p:txBody>
          <a:bodyPr/>
          <a:lstStyle/>
          <a:p>
            <a:pPr marL="12700">
              <a:lnSpc>
                <a:spcPct val="100000"/>
              </a:lnSpc>
              <a:spcBef>
                <a:spcPts val="100"/>
              </a:spcBef>
            </a:pPr>
            <a:endParaRPr lang="en-US" spc="-10" dirty="0"/>
          </a:p>
        </p:txBody>
      </p:sp>
      <p:sp>
        <p:nvSpPr>
          <p:cNvPr id="6" name="Slide Number Placeholder 5"/>
          <p:cNvSpPr>
            <a:spLocks noGrp="1"/>
          </p:cNvSpPr>
          <p:nvPr>
            <p:ph type="sldNum" sz="quarter" idx="12"/>
          </p:nvPr>
        </p:nvSpPr>
        <p:spPr/>
        <p:txBody>
          <a:bodyPr/>
          <a:lstStyle/>
          <a:p>
            <a:pPr marL="12700">
              <a:lnSpc>
                <a:spcPts val="2090"/>
              </a:lnSpc>
            </a:pPr>
            <a:r>
              <a:rPr lang="en-US" spc="-5"/>
              <a:t>2–</a:t>
            </a:r>
            <a:fld id="{81D60167-4931-47E6-BA6A-407CBD079E47}" type="slidenum">
              <a:rPr spc="-5" smtClean="0"/>
              <a:t>‹#›</a:t>
            </a:fld>
            <a:endParaRPr spc="-5" dirty="0"/>
          </a:p>
        </p:txBody>
      </p:sp>
    </p:spTree>
    <p:extLst>
      <p:ext uri="{BB962C8B-B14F-4D97-AF65-F5344CB8AC3E}">
        <p14:creationId xmlns:p14="http://schemas.microsoft.com/office/powerpoint/2010/main" val="703451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477174-03D4-4D87-B83C-8D70B78A156C}" type="datetime1">
              <a:rPr lang="en-US" smtClean="0"/>
              <a:t>9/15/2025</a:t>
            </a:fld>
            <a:endParaRPr lang="en-US"/>
          </a:p>
        </p:txBody>
      </p:sp>
      <p:sp>
        <p:nvSpPr>
          <p:cNvPr id="6" name="Footer Placeholder 5"/>
          <p:cNvSpPr>
            <a:spLocks noGrp="1"/>
          </p:cNvSpPr>
          <p:nvPr>
            <p:ph type="ftr" sz="quarter" idx="11"/>
          </p:nvPr>
        </p:nvSpPr>
        <p:spPr/>
        <p:txBody>
          <a:bodyPr/>
          <a:lstStyle/>
          <a:p>
            <a:pPr marL="12700">
              <a:lnSpc>
                <a:spcPct val="100000"/>
              </a:lnSpc>
              <a:spcBef>
                <a:spcPts val="100"/>
              </a:spcBef>
            </a:pPr>
            <a:endParaRPr lang="en-US" spc="-10" dirty="0"/>
          </a:p>
        </p:txBody>
      </p:sp>
      <p:sp>
        <p:nvSpPr>
          <p:cNvPr id="7" name="Slide Number Placeholder 6"/>
          <p:cNvSpPr>
            <a:spLocks noGrp="1"/>
          </p:cNvSpPr>
          <p:nvPr>
            <p:ph type="sldNum" sz="quarter" idx="12"/>
          </p:nvPr>
        </p:nvSpPr>
        <p:spPr/>
        <p:txBody>
          <a:bodyPr/>
          <a:lstStyle/>
          <a:p>
            <a:pPr marL="12700">
              <a:lnSpc>
                <a:spcPts val="2090"/>
              </a:lnSpc>
            </a:pPr>
            <a:r>
              <a:rPr lang="en-US" spc="-5"/>
              <a:t>2–</a:t>
            </a:r>
            <a:fld id="{81D60167-4931-47E6-BA6A-407CBD079E47}" type="slidenum">
              <a:rPr spc="-5" smtClean="0"/>
              <a:t>‹#›</a:t>
            </a:fld>
            <a:endParaRPr spc="-5" dirty="0"/>
          </a:p>
        </p:txBody>
      </p:sp>
    </p:spTree>
    <p:extLst>
      <p:ext uri="{BB962C8B-B14F-4D97-AF65-F5344CB8AC3E}">
        <p14:creationId xmlns:p14="http://schemas.microsoft.com/office/powerpoint/2010/main" val="1405665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ABC9620-7651-42F5-A18C-7AC9DBF5ECC9}" type="datetime1">
              <a:rPr lang="en-US" smtClean="0"/>
              <a:t>9/15/2025</a:t>
            </a:fld>
            <a:endParaRPr lang="en-US"/>
          </a:p>
        </p:txBody>
      </p:sp>
      <p:sp>
        <p:nvSpPr>
          <p:cNvPr id="8" name="Footer Placeholder 7"/>
          <p:cNvSpPr>
            <a:spLocks noGrp="1"/>
          </p:cNvSpPr>
          <p:nvPr>
            <p:ph type="ftr" sz="quarter" idx="11"/>
          </p:nvPr>
        </p:nvSpPr>
        <p:spPr/>
        <p:txBody>
          <a:bodyPr/>
          <a:lstStyle/>
          <a:p>
            <a:pPr marL="12700">
              <a:lnSpc>
                <a:spcPct val="100000"/>
              </a:lnSpc>
              <a:spcBef>
                <a:spcPts val="100"/>
              </a:spcBef>
            </a:pPr>
            <a:endParaRPr lang="en-US" spc="-10" dirty="0"/>
          </a:p>
        </p:txBody>
      </p:sp>
      <p:sp>
        <p:nvSpPr>
          <p:cNvPr id="9" name="Slide Number Placeholder 8"/>
          <p:cNvSpPr>
            <a:spLocks noGrp="1"/>
          </p:cNvSpPr>
          <p:nvPr>
            <p:ph type="sldNum" sz="quarter" idx="12"/>
          </p:nvPr>
        </p:nvSpPr>
        <p:spPr/>
        <p:txBody>
          <a:bodyPr/>
          <a:lstStyle/>
          <a:p>
            <a:pPr marL="12700">
              <a:lnSpc>
                <a:spcPts val="2090"/>
              </a:lnSpc>
            </a:pPr>
            <a:r>
              <a:rPr lang="en-US" spc="-5"/>
              <a:t>2–</a:t>
            </a:r>
            <a:fld id="{81D60167-4931-47E6-BA6A-407CBD079E47}" type="slidenum">
              <a:rPr spc="-5" smtClean="0"/>
              <a:t>‹#›</a:t>
            </a:fld>
            <a:endParaRPr spc="-5" dirty="0"/>
          </a:p>
        </p:txBody>
      </p:sp>
    </p:spTree>
    <p:extLst>
      <p:ext uri="{BB962C8B-B14F-4D97-AF65-F5344CB8AC3E}">
        <p14:creationId xmlns:p14="http://schemas.microsoft.com/office/powerpoint/2010/main" val="1851778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2FE944A6-F7DB-495F-83C7-49EFBD385EDA}" type="datetime1">
              <a:rPr lang="en-US" smtClean="0"/>
              <a:t>9/15/2025</a:t>
            </a:fld>
            <a:endParaRPr lang="en-US"/>
          </a:p>
        </p:txBody>
      </p:sp>
      <p:sp>
        <p:nvSpPr>
          <p:cNvPr id="5" name="Footer Placeholder 3"/>
          <p:cNvSpPr>
            <a:spLocks noGrp="1"/>
          </p:cNvSpPr>
          <p:nvPr>
            <p:ph type="ftr" sz="quarter" idx="11"/>
          </p:nvPr>
        </p:nvSpPr>
        <p:spPr/>
        <p:txBody>
          <a:bodyPr/>
          <a:lstStyle/>
          <a:p>
            <a:pPr marL="12700">
              <a:lnSpc>
                <a:spcPct val="100000"/>
              </a:lnSpc>
              <a:spcBef>
                <a:spcPts val="100"/>
              </a:spcBef>
            </a:pPr>
            <a:endParaRPr lang="en-US" spc="-10" dirty="0"/>
          </a:p>
        </p:txBody>
      </p:sp>
      <p:sp>
        <p:nvSpPr>
          <p:cNvPr id="6" name="Slide Number Placeholder 4"/>
          <p:cNvSpPr>
            <a:spLocks noGrp="1"/>
          </p:cNvSpPr>
          <p:nvPr>
            <p:ph type="sldNum" sz="quarter" idx="12"/>
          </p:nvPr>
        </p:nvSpPr>
        <p:spPr/>
        <p:txBody>
          <a:bodyPr/>
          <a:lstStyle/>
          <a:p>
            <a:pPr marL="12700">
              <a:lnSpc>
                <a:spcPts val="2090"/>
              </a:lnSpc>
            </a:pPr>
            <a:r>
              <a:rPr lang="en-US" spc="-5"/>
              <a:t>2–</a:t>
            </a:r>
            <a:fld id="{81D60167-4931-47E6-BA6A-407CBD079E47}" type="slidenum">
              <a:rPr spc="-5" smtClean="0"/>
              <a:t>‹#›</a:t>
            </a:fld>
            <a:endParaRPr spc="-5" dirty="0"/>
          </a:p>
        </p:txBody>
      </p:sp>
    </p:spTree>
    <p:extLst>
      <p:ext uri="{BB962C8B-B14F-4D97-AF65-F5344CB8AC3E}">
        <p14:creationId xmlns:p14="http://schemas.microsoft.com/office/powerpoint/2010/main" val="1392831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05C60D5-5DF9-4AA7-8483-439F6469239B}" type="datetime1">
              <a:rPr lang="en-US" smtClean="0"/>
              <a:t>9/15/2025</a:t>
            </a:fld>
            <a:endParaRPr lang="en-US"/>
          </a:p>
        </p:txBody>
      </p:sp>
      <p:sp>
        <p:nvSpPr>
          <p:cNvPr id="5" name="Footer Placeholder 2"/>
          <p:cNvSpPr>
            <a:spLocks noGrp="1"/>
          </p:cNvSpPr>
          <p:nvPr>
            <p:ph type="ftr" sz="quarter" idx="11"/>
          </p:nvPr>
        </p:nvSpPr>
        <p:spPr/>
        <p:txBody>
          <a:bodyPr/>
          <a:lstStyle/>
          <a:p>
            <a:pPr marL="12700">
              <a:lnSpc>
                <a:spcPct val="100000"/>
              </a:lnSpc>
              <a:spcBef>
                <a:spcPts val="100"/>
              </a:spcBef>
            </a:pPr>
            <a:endParaRPr lang="en-US" spc="-10" dirty="0"/>
          </a:p>
        </p:txBody>
      </p:sp>
      <p:sp>
        <p:nvSpPr>
          <p:cNvPr id="6" name="Slide Number Placeholder 3"/>
          <p:cNvSpPr>
            <a:spLocks noGrp="1"/>
          </p:cNvSpPr>
          <p:nvPr>
            <p:ph type="sldNum" sz="quarter" idx="12"/>
          </p:nvPr>
        </p:nvSpPr>
        <p:spPr/>
        <p:txBody>
          <a:bodyPr/>
          <a:lstStyle/>
          <a:p>
            <a:pPr marL="12700">
              <a:lnSpc>
                <a:spcPts val="2090"/>
              </a:lnSpc>
            </a:pPr>
            <a:r>
              <a:rPr lang="en-US" spc="-5"/>
              <a:t>2–</a:t>
            </a:r>
            <a:fld id="{81D60167-4931-47E6-BA6A-407CBD079E47}" type="slidenum">
              <a:rPr spc="-5" smtClean="0"/>
              <a:t>‹#›</a:t>
            </a:fld>
            <a:endParaRPr spc="-5" dirty="0"/>
          </a:p>
        </p:txBody>
      </p:sp>
    </p:spTree>
    <p:extLst>
      <p:ext uri="{BB962C8B-B14F-4D97-AF65-F5344CB8AC3E}">
        <p14:creationId xmlns:p14="http://schemas.microsoft.com/office/powerpoint/2010/main" val="1180836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13ADD35-0684-45FD-AF89-CBB4FA577B14}" type="datetime1">
              <a:rPr lang="en-US" smtClean="0"/>
              <a:t>9/15/2025</a:t>
            </a:fld>
            <a:endParaRPr lang="en-US"/>
          </a:p>
        </p:txBody>
      </p:sp>
      <p:sp>
        <p:nvSpPr>
          <p:cNvPr id="5" name="Footer Placeholder 5"/>
          <p:cNvSpPr>
            <a:spLocks noGrp="1"/>
          </p:cNvSpPr>
          <p:nvPr>
            <p:ph type="ftr" sz="quarter" idx="11"/>
          </p:nvPr>
        </p:nvSpPr>
        <p:spPr/>
        <p:txBody>
          <a:bodyPr/>
          <a:lstStyle/>
          <a:p>
            <a:pPr marL="12700">
              <a:lnSpc>
                <a:spcPct val="100000"/>
              </a:lnSpc>
              <a:spcBef>
                <a:spcPts val="100"/>
              </a:spcBef>
            </a:pPr>
            <a:endParaRPr lang="en-US" spc="-10" dirty="0"/>
          </a:p>
        </p:txBody>
      </p:sp>
      <p:sp>
        <p:nvSpPr>
          <p:cNvPr id="6" name="Slide Number Placeholder 6"/>
          <p:cNvSpPr>
            <a:spLocks noGrp="1"/>
          </p:cNvSpPr>
          <p:nvPr>
            <p:ph type="sldNum" sz="quarter" idx="12"/>
          </p:nvPr>
        </p:nvSpPr>
        <p:spPr/>
        <p:txBody>
          <a:bodyPr/>
          <a:lstStyle/>
          <a:p>
            <a:pPr marL="12700">
              <a:lnSpc>
                <a:spcPts val="2090"/>
              </a:lnSpc>
            </a:pPr>
            <a:r>
              <a:rPr lang="en-US" spc="-5"/>
              <a:t>2–</a:t>
            </a:r>
            <a:fld id="{81D60167-4931-47E6-BA6A-407CBD079E47}" type="slidenum">
              <a:rPr spc="-5" smtClean="0"/>
              <a:t>‹#›</a:t>
            </a:fld>
            <a:endParaRPr spc="-5" dirty="0"/>
          </a:p>
        </p:txBody>
      </p:sp>
    </p:spTree>
    <p:extLst>
      <p:ext uri="{BB962C8B-B14F-4D97-AF65-F5344CB8AC3E}">
        <p14:creationId xmlns:p14="http://schemas.microsoft.com/office/powerpoint/2010/main" val="13462137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D818E4-A5C0-4232-8317-B286DA54FBF3}" type="datetime1">
              <a:rPr lang="en-US" smtClean="0"/>
              <a:t>9/15/2025</a:t>
            </a:fld>
            <a:endParaRPr lang="en-US"/>
          </a:p>
        </p:txBody>
      </p:sp>
      <p:sp>
        <p:nvSpPr>
          <p:cNvPr id="6" name="Footer Placeholder 5"/>
          <p:cNvSpPr>
            <a:spLocks noGrp="1"/>
          </p:cNvSpPr>
          <p:nvPr>
            <p:ph type="ftr" sz="quarter" idx="11"/>
          </p:nvPr>
        </p:nvSpPr>
        <p:spPr/>
        <p:txBody>
          <a:bodyPr/>
          <a:lstStyle/>
          <a:p>
            <a:pPr marL="12700">
              <a:lnSpc>
                <a:spcPct val="100000"/>
              </a:lnSpc>
              <a:spcBef>
                <a:spcPts val="100"/>
              </a:spcBef>
            </a:pPr>
            <a:endParaRPr lang="en-US" spc="-10" dirty="0"/>
          </a:p>
        </p:txBody>
      </p:sp>
      <p:sp>
        <p:nvSpPr>
          <p:cNvPr id="7" name="Slide Number Placeholder 6"/>
          <p:cNvSpPr>
            <a:spLocks noGrp="1"/>
          </p:cNvSpPr>
          <p:nvPr>
            <p:ph type="sldNum" sz="quarter" idx="12"/>
          </p:nvPr>
        </p:nvSpPr>
        <p:spPr/>
        <p:txBody>
          <a:bodyPr/>
          <a:lstStyle/>
          <a:p>
            <a:pPr marL="12700">
              <a:lnSpc>
                <a:spcPts val="2090"/>
              </a:lnSpc>
            </a:pPr>
            <a:r>
              <a:rPr lang="en-US" spc="-5"/>
              <a:t>2–</a:t>
            </a:r>
            <a:fld id="{81D60167-4931-47E6-BA6A-407CBD079E47}" type="slidenum">
              <a:rPr spc="-5" smtClean="0"/>
              <a:t>‹#›</a:t>
            </a:fld>
            <a:endParaRPr spc="-5" dirty="0"/>
          </a:p>
        </p:txBody>
      </p:sp>
    </p:spTree>
    <p:extLst>
      <p:ext uri="{BB962C8B-B14F-4D97-AF65-F5344CB8AC3E}">
        <p14:creationId xmlns:p14="http://schemas.microsoft.com/office/powerpoint/2010/main" val="506390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380C54-10F7-408F-84AB-DF1A2F42A6F4}" type="datetime1">
              <a:rPr lang="en-US" smtClean="0"/>
              <a:t>9/15/2025</a:t>
            </a:fld>
            <a:endParaRPr lang="en-US"/>
          </a:p>
        </p:txBody>
      </p:sp>
      <p:sp>
        <p:nvSpPr>
          <p:cNvPr id="6" name="Footer Placeholder 5"/>
          <p:cNvSpPr>
            <a:spLocks noGrp="1"/>
          </p:cNvSpPr>
          <p:nvPr>
            <p:ph type="ftr" sz="quarter" idx="11"/>
          </p:nvPr>
        </p:nvSpPr>
        <p:spPr/>
        <p:txBody>
          <a:bodyPr/>
          <a:lstStyle/>
          <a:p>
            <a:pPr marL="12700">
              <a:lnSpc>
                <a:spcPct val="100000"/>
              </a:lnSpc>
              <a:spcBef>
                <a:spcPts val="100"/>
              </a:spcBef>
            </a:pPr>
            <a:endParaRPr lang="en-US" spc="-10" dirty="0"/>
          </a:p>
        </p:txBody>
      </p:sp>
      <p:sp>
        <p:nvSpPr>
          <p:cNvPr id="7" name="Slide Number Placeholder 6"/>
          <p:cNvSpPr>
            <a:spLocks noGrp="1"/>
          </p:cNvSpPr>
          <p:nvPr>
            <p:ph type="sldNum" sz="quarter" idx="12"/>
          </p:nvPr>
        </p:nvSpPr>
        <p:spPr/>
        <p:txBody>
          <a:bodyPr/>
          <a:lstStyle/>
          <a:p>
            <a:pPr marL="12700">
              <a:lnSpc>
                <a:spcPts val="2090"/>
              </a:lnSpc>
            </a:pPr>
            <a:r>
              <a:rPr lang="en-US" spc="-5"/>
              <a:t>2–</a:t>
            </a:r>
            <a:fld id="{81D60167-4931-47E6-BA6A-407CBD079E47}" type="slidenum">
              <a:rPr spc="-5" smtClean="0"/>
              <a:t>‹#›</a:t>
            </a:fld>
            <a:endParaRPr spc="-5" dirty="0"/>
          </a:p>
        </p:txBody>
      </p:sp>
    </p:spTree>
    <p:extLst>
      <p:ext uri="{BB962C8B-B14F-4D97-AF65-F5344CB8AC3E}">
        <p14:creationId xmlns:p14="http://schemas.microsoft.com/office/powerpoint/2010/main" val="894310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7F42D81-6FDC-485B-BB36-735F64781E6D}" type="datetime1">
              <a:rPr lang="en-US" smtClean="0"/>
              <a:t>9/15/2025</a:t>
            </a:fld>
            <a:endParaRPr lang="en-US"/>
          </a:p>
        </p:txBody>
      </p:sp>
      <p:sp>
        <p:nvSpPr>
          <p:cNvPr id="5" name="Footer Placeholder 4"/>
          <p:cNvSpPr>
            <a:spLocks noGrp="1"/>
          </p:cNvSpPr>
          <p:nvPr>
            <p:ph type="ftr" sz="quarter" idx="11"/>
          </p:nvPr>
        </p:nvSpPr>
        <p:spPr/>
        <p:txBody>
          <a:bodyPr/>
          <a:lstStyle/>
          <a:p>
            <a:pPr marL="12700">
              <a:lnSpc>
                <a:spcPct val="100000"/>
              </a:lnSpc>
              <a:spcBef>
                <a:spcPts val="100"/>
              </a:spcBef>
            </a:pPr>
            <a:endParaRPr lang="en-US" spc="-10" dirty="0"/>
          </a:p>
        </p:txBody>
      </p:sp>
      <p:sp>
        <p:nvSpPr>
          <p:cNvPr id="6" name="Slide Number Placeholder 5"/>
          <p:cNvSpPr>
            <a:spLocks noGrp="1"/>
          </p:cNvSpPr>
          <p:nvPr>
            <p:ph type="sldNum" sz="quarter" idx="12"/>
          </p:nvPr>
        </p:nvSpPr>
        <p:spPr/>
        <p:txBody>
          <a:bodyPr/>
          <a:lstStyle/>
          <a:p>
            <a:pPr marL="12700">
              <a:lnSpc>
                <a:spcPts val="2090"/>
              </a:lnSpc>
            </a:pPr>
            <a:r>
              <a:rPr lang="en-US" spc="-5"/>
              <a:t>2–</a:t>
            </a:r>
            <a:fld id="{81D60167-4931-47E6-BA6A-407CBD079E47}" type="slidenum">
              <a:rPr spc="-5" smtClean="0"/>
              <a:t>‹#›</a:t>
            </a:fld>
            <a:endParaRPr spc="-5" dirty="0"/>
          </a:p>
        </p:txBody>
      </p:sp>
    </p:spTree>
    <p:extLst>
      <p:ext uri="{BB962C8B-B14F-4D97-AF65-F5344CB8AC3E}">
        <p14:creationId xmlns:p14="http://schemas.microsoft.com/office/powerpoint/2010/main" val="2413405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D98261E-8815-4BA9-B58B-5DF64A45673E}" type="datetime1">
              <a:rPr lang="en-US" smtClean="0"/>
              <a:t>9/15/2025</a:t>
            </a:fld>
            <a:endParaRPr lang="en-US"/>
          </a:p>
        </p:txBody>
      </p:sp>
      <p:sp>
        <p:nvSpPr>
          <p:cNvPr id="5" name="Footer Placeholder 4"/>
          <p:cNvSpPr>
            <a:spLocks noGrp="1"/>
          </p:cNvSpPr>
          <p:nvPr>
            <p:ph type="ftr" sz="quarter" idx="11"/>
          </p:nvPr>
        </p:nvSpPr>
        <p:spPr/>
        <p:txBody>
          <a:bodyPr/>
          <a:lstStyle/>
          <a:p>
            <a:pPr marL="12700">
              <a:lnSpc>
                <a:spcPct val="100000"/>
              </a:lnSpc>
              <a:spcBef>
                <a:spcPts val="100"/>
              </a:spcBef>
            </a:pPr>
            <a:endParaRPr lang="en-US" spc="-10" dirty="0"/>
          </a:p>
        </p:txBody>
      </p:sp>
      <p:sp>
        <p:nvSpPr>
          <p:cNvPr id="6" name="Slide Number Placeholder 5"/>
          <p:cNvSpPr>
            <a:spLocks noGrp="1"/>
          </p:cNvSpPr>
          <p:nvPr>
            <p:ph type="sldNum" sz="quarter" idx="12"/>
          </p:nvPr>
        </p:nvSpPr>
        <p:spPr/>
        <p:txBody>
          <a:bodyPr/>
          <a:lstStyle/>
          <a:p>
            <a:pPr marL="12700">
              <a:lnSpc>
                <a:spcPts val="2090"/>
              </a:lnSpc>
            </a:pPr>
            <a:r>
              <a:rPr lang="en-US" spc="-5"/>
              <a:t>2–</a:t>
            </a:r>
            <a:fld id="{81D60167-4931-47E6-BA6A-407CBD079E47}" type="slidenum">
              <a:rPr spc="-5" smtClean="0"/>
              <a:t>‹#›</a:t>
            </a:fld>
            <a:endParaRPr spc="-5" dirty="0"/>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2457571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DCB718-AEA7-46E5-83C9-D2CCBE148E3A}" type="datetime1">
              <a:rPr lang="en-US" smtClean="0"/>
              <a:t>9/15/2025</a:t>
            </a:fld>
            <a:endParaRPr lang="en-US"/>
          </a:p>
        </p:txBody>
      </p:sp>
      <p:sp>
        <p:nvSpPr>
          <p:cNvPr id="5" name="Footer Placeholder 4"/>
          <p:cNvSpPr>
            <a:spLocks noGrp="1"/>
          </p:cNvSpPr>
          <p:nvPr>
            <p:ph type="ftr" sz="quarter" idx="11"/>
          </p:nvPr>
        </p:nvSpPr>
        <p:spPr/>
        <p:txBody>
          <a:bodyPr/>
          <a:lstStyle/>
          <a:p>
            <a:pPr marL="12700">
              <a:lnSpc>
                <a:spcPct val="100000"/>
              </a:lnSpc>
              <a:spcBef>
                <a:spcPts val="100"/>
              </a:spcBef>
            </a:pPr>
            <a:endParaRPr lang="en-US" spc="-10" dirty="0"/>
          </a:p>
        </p:txBody>
      </p:sp>
      <p:sp>
        <p:nvSpPr>
          <p:cNvPr id="6" name="Slide Number Placeholder 5"/>
          <p:cNvSpPr>
            <a:spLocks noGrp="1"/>
          </p:cNvSpPr>
          <p:nvPr>
            <p:ph type="sldNum" sz="quarter" idx="12"/>
          </p:nvPr>
        </p:nvSpPr>
        <p:spPr/>
        <p:txBody>
          <a:bodyPr/>
          <a:lstStyle/>
          <a:p>
            <a:pPr marL="12700">
              <a:lnSpc>
                <a:spcPts val="2090"/>
              </a:lnSpc>
            </a:pPr>
            <a:r>
              <a:rPr lang="en-US" spc="-5"/>
              <a:t>2–</a:t>
            </a:r>
            <a:fld id="{81D60167-4931-47E6-BA6A-407CBD079E47}" type="slidenum">
              <a:rPr spc="-5" smtClean="0"/>
              <a:t>‹#›</a:t>
            </a:fld>
            <a:endParaRPr spc="-5" dirty="0"/>
          </a:p>
        </p:txBody>
      </p:sp>
    </p:spTree>
    <p:extLst>
      <p:ext uri="{BB962C8B-B14F-4D97-AF65-F5344CB8AC3E}">
        <p14:creationId xmlns:p14="http://schemas.microsoft.com/office/powerpoint/2010/main" val="27519732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9BA6400-5546-4066-8433-CFA5DA4009B8}" type="datetime1">
              <a:rPr lang="en-US" smtClean="0"/>
              <a:t>9/15/2025</a:t>
            </a:fld>
            <a:endParaRPr lang="en-US"/>
          </a:p>
        </p:txBody>
      </p:sp>
      <p:sp>
        <p:nvSpPr>
          <p:cNvPr id="4" name="Footer Placeholder 4"/>
          <p:cNvSpPr>
            <a:spLocks noGrp="1"/>
          </p:cNvSpPr>
          <p:nvPr>
            <p:ph type="ftr" sz="quarter" idx="11"/>
          </p:nvPr>
        </p:nvSpPr>
        <p:spPr/>
        <p:txBody>
          <a:bodyPr/>
          <a:lstStyle/>
          <a:p>
            <a:pPr marL="12700">
              <a:lnSpc>
                <a:spcPct val="100000"/>
              </a:lnSpc>
              <a:spcBef>
                <a:spcPts val="100"/>
              </a:spcBef>
            </a:pPr>
            <a:endParaRPr lang="en-US" spc="-10" dirty="0"/>
          </a:p>
        </p:txBody>
      </p:sp>
      <p:sp>
        <p:nvSpPr>
          <p:cNvPr id="6" name="Slide Number Placeholder 5"/>
          <p:cNvSpPr>
            <a:spLocks noGrp="1"/>
          </p:cNvSpPr>
          <p:nvPr>
            <p:ph type="sldNum" sz="quarter" idx="12"/>
          </p:nvPr>
        </p:nvSpPr>
        <p:spPr/>
        <p:txBody>
          <a:bodyPr/>
          <a:lstStyle/>
          <a:p>
            <a:pPr marL="12700">
              <a:lnSpc>
                <a:spcPts val="2090"/>
              </a:lnSpc>
            </a:pPr>
            <a:r>
              <a:rPr lang="en-US" spc="-5"/>
              <a:t>2–</a:t>
            </a:r>
            <a:fld id="{81D60167-4931-47E6-BA6A-407CBD079E47}" type="slidenum">
              <a:rPr spc="-5" smtClean="0"/>
              <a:t>‹#›</a:t>
            </a:fld>
            <a:endParaRPr spc="-5" dirty="0"/>
          </a:p>
        </p:txBody>
      </p:sp>
    </p:spTree>
    <p:extLst>
      <p:ext uri="{BB962C8B-B14F-4D97-AF65-F5344CB8AC3E}">
        <p14:creationId xmlns:p14="http://schemas.microsoft.com/office/powerpoint/2010/main" val="2740364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FB581EB-4F5C-4B3C-834A-A646BDE56239}" type="datetime1">
              <a:rPr lang="en-US" smtClean="0"/>
              <a:t>9/15/2025</a:t>
            </a:fld>
            <a:endParaRPr lang="en-US"/>
          </a:p>
        </p:txBody>
      </p:sp>
      <p:sp>
        <p:nvSpPr>
          <p:cNvPr id="4" name="Footer Placeholder 4"/>
          <p:cNvSpPr>
            <a:spLocks noGrp="1"/>
          </p:cNvSpPr>
          <p:nvPr>
            <p:ph type="ftr" sz="quarter" idx="11"/>
          </p:nvPr>
        </p:nvSpPr>
        <p:spPr/>
        <p:txBody>
          <a:bodyPr/>
          <a:lstStyle/>
          <a:p>
            <a:pPr marL="12700">
              <a:lnSpc>
                <a:spcPct val="100000"/>
              </a:lnSpc>
              <a:spcBef>
                <a:spcPts val="100"/>
              </a:spcBef>
            </a:pPr>
            <a:endParaRPr lang="en-US" spc="-10" dirty="0"/>
          </a:p>
        </p:txBody>
      </p:sp>
      <p:sp>
        <p:nvSpPr>
          <p:cNvPr id="6" name="Slide Number Placeholder 5"/>
          <p:cNvSpPr>
            <a:spLocks noGrp="1"/>
          </p:cNvSpPr>
          <p:nvPr>
            <p:ph type="sldNum" sz="quarter" idx="12"/>
          </p:nvPr>
        </p:nvSpPr>
        <p:spPr/>
        <p:txBody>
          <a:bodyPr/>
          <a:lstStyle/>
          <a:p>
            <a:pPr marL="12700">
              <a:lnSpc>
                <a:spcPts val="2090"/>
              </a:lnSpc>
            </a:pPr>
            <a:r>
              <a:rPr lang="en-US" spc="-5"/>
              <a:t>2–</a:t>
            </a:r>
            <a:fld id="{81D60167-4931-47E6-BA6A-407CBD079E47}" type="slidenum">
              <a:rPr spc="-5" smtClean="0"/>
              <a:t>‹#›</a:t>
            </a:fld>
            <a:endParaRPr spc="-5" dirty="0"/>
          </a:p>
        </p:txBody>
      </p:sp>
    </p:spTree>
    <p:extLst>
      <p:ext uri="{BB962C8B-B14F-4D97-AF65-F5344CB8AC3E}">
        <p14:creationId xmlns:p14="http://schemas.microsoft.com/office/powerpoint/2010/main" val="12514068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D4FBD5-2046-4ECB-B0A4-0707E4028584}" type="datetime1">
              <a:rPr lang="en-US" smtClean="0"/>
              <a:t>9/15/2025</a:t>
            </a:fld>
            <a:endParaRPr lang="en-US"/>
          </a:p>
        </p:txBody>
      </p:sp>
      <p:sp>
        <p:nvSpPr>
          <p:cNvPr id="5" name="Footer Placeholder 4"/>
          <p:cNvSpPr>
            <a:spLocks noGrp="1"/>
          </p:cNvSpPr>
          <p:nvPr>
            <p:ph type="ftr" sz="quarter" idx="11"/>
          </p:nvPr>
        </p:nvSpPr>
        <p:spPr/>
        <p:txBody>
          <a:bodyPr/>
          <a:lstStyle/>
          <a:p>
            <a:pPr marL="12700">
              <a:lnSpc>
                <a:spcPct val="100000"/>
              </a:lnSpc>
              <a:spcBef>
                <a:spcPts val="100"/>
              </a:spcBef>
            </a:pPr>
            <a:endParaRPr lang="en-US" spc="-10" dirty="0"/>
          </a:p>
        </p:txBody>
      </p:sp>
      <p:sp>
        <p:nvSpPr>
          <p:cNvPr id="6" name="Slide Number Placeholder 5"/>
          <p:cNvSpPr>
            <a:spLocks noGrp="1"/>
          </p:cNvSpPr>
          <p:nvPr>
            <p:ph type="sldNum" sz="quarter" idx="12"/>
          </p:nvPr>
        </p:nvSpPr>
        <p:spPr/>
        <p:txBody>
          <a:bodyPr/>
          <a:lstStyle/>
          <a:p>
            <a:pPr marL="12700">
              <a:lnSpc>
                <a:spcPts val="2090"/>
              </a:lnSpc>
            </a:pPr>
            <a:r>
              <a:rPr lang="en-US" spc="-5"/>
              <a:t>2–</a:t>
            </a:r>
            <a:fld id="{81D60167-4931-47E6-BA6A-407CBD079E47}" type="slidenum">
              <a:rPr spc="-5" smtClean="0"/>
              <a:t>‹#›</a:t>
            </a:fld>
            <a:endParaRPr spc="-5" dirty="0"/>
          </a:p>
        </p:txBody>
      </p:sp>
    </p:spTree>
    <p:extLst>
      <p:ext uri="{BB962C8B-B14F-4D97-AF65-F5344CB8AC3E}">
        <p14:creationId xmlns:p14="http://schemas.microsoft.com/office/powerpoint/2010/main" val="1055042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340F56-2CE7-4D5D-A18F-C3AC262A87C1}" type="datetime1">
              <a:rPr lang="en-US" smtClean="0"/>
              <a:t>9/15/2025</a:t>
            </a:fld>
            <a:endParaRPr lang="en-US"/>
          </a:p>
        </p:txBody>
      </p:sp>
      <p:sp>
        <p:nvSpPr>
          <p:cNvPr id="5" name="Footer Placeholder 4"/>
          <p:cNvSpPr>
            <a:spLocks noGrp="1"/>
          </p:cNvSpPr>
          <p:nvPr>
            <p:ph type="ftr" sz="quarter" idx="11"/>
          </p:nvPr>
        </p:nvSpPr>
        <p:spPr/>
        <p:txBody>
          <a:bodyPr/>
          <a:lstStyle/>
          <a:p>
            <a:pPr marL="12700">
              <a:lnSpc>
                <a:spcPct val="100000"/>
              </a:lnSpc>
              <a:spcBef>
                <a:spcPts val="100"/>
              </a:spcBef>
            </a:pPr>
            <a:endParaRPr lang="en-US" spc="-10" dirty="0"/>
          </a:p>
        </p:txBody>
      </p:sp>
      <p:sp>
        <p:nvSpPr>
          <p:cNvPr id="6" name="Slide Number Placeholder 5"/>
          <p:cNvSpPr>
            <a:spLocks noGrp="1"/>
          </p:cNvSpPr>
          <p:nvPr>
            <p:ph type="sldNum" sz="quarter" idx="12"/>
          </p:nvPr>
        </p:nvSpPr>
        <p:spPr/>
        <p:txBody>
          <a:bodyPr/>
          <a:lstStyle/>
          <a:p>
            <a:pPr marL="12700">
              <a:lnSpc>
                <a:spcPts val="2090"/>
              </a:lnSpc>
            </a:pPr>
            <a:r>
              <a:rPr lang="en-US" spc="-5"/>
              <a:t>2–</a:t>
            </a:r>
            <a:fld id="{81D60167-4931-47E6-BA6A-407CBD079E47}" type="slidenum">
              <a:rPr spc="-5" smtClean="0"/>
              <a:t>‹#›</a:t>
            </a:fld>
            <a:endParaRPr spc="-5" dirty="0"/>
          </a:p>
        </p:txBody>
      </p:sp>
    </p:spTree>
    <p:extLst>
      <p:ext uri="{BB962C8B-B14F-4D97-AF65-F5344CB8AC3E}">
        <p14:creationId xmlns:p14="http://schemas.microsoft.com/office/powerpoint/2010/main" val="28244163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493265" y="361645"/>
            <a:ext cx="6157468" cy="574675"/>
          </a:xfrm>
          <a:prstGeom prst="rect">
            <a:avLst/>
          </a:prstGeom>
        </p:spPr>
        <p:txBody>
          <a:bodyPr wrap="square" lIns="0" tIns="0" rIns="0" bIns="0">
            <a:spAutoFit/>
          </a:bodyPr>
          <a:lstStyle>
            <a:lvl1pPr>
              <a:defRPr sz="3600" b="1" i="0">
                <a:solidFill>
                  <a:schemeClr val="tx1"/>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000" b="1" i="0">
                <a:solidFill>
                  <a:schemeClr val="tx1"/>
                </a:solidFill>
                <a:latin typeface="Arial"/>
                <a:cs typeface="Arial"/>
              </a:defRPr>
            </a:lvl1pPr>
          </a:lstStyle>
          <a:p>
            <a:pPr marL="12700">
              <a:lnSpc>
                <a:spcPct val="100000"/>
              </a:lnSpc>
              <a:spcBef>
                <a:spcPts val="100"/>
              </a:spcBef>
            </a:pPr>
            <a:endParaRPr spc="-1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5262D91F-FF66-438A-8832-459638FDE88D}" type="datetime1">
              <a:rPr lang="en-US" smtClean="0"/>
              <a:t>9/15/2025</a:t>
            </a:fld>
            <a:endParaRPr lang="en-US"/>
          </a:p>
        </p:txBody>
      </p:sp>
      <p:sp>
        <p:nvSpPr>
          <p:cNvPr id="6" name="Holder 6"/>
          <p:cNvSpPr>
            <a:spLocks noGrp="1"/>
          </p:cNvSpPr>
          <p:nvPr>
            <p:ph type="sldNum" sz="quarter" idx="7"/>
          </p:nvPr>
        </p:nvSpPr>
        <p:spPr/>
        <p:txBody>
          <a:bodyPr lIns="0" tIns="0" rIns="0" bIns="0"/>
          <a:lstStyle>
            <a:lvl1pPr>
              <a:defRPr sz="1800" b="1" i="0">
                <a:solidFill>
                  <a:schemeClr val="tx1"/>
                </a:solidFill>
                <a:latin typeface="Arial"/>
                <a:cs typeface="Arial"/>
              </a:defRPr>
            </a:lvl1pPr>
          </a:lstStyle>
          <a:p>
            <a:pPr marL="12700">
              <a:lnSpc>
                <a:spcPts val="2090"/>
              </a:lnSpc>
            </a:pPr>
            <a:r>
              <a:rPr spc="-5" dirty="0"/>
              <a:t>2–</a:t>
            </a:r>
            <a:fld id="{81D60167-4931-47E6-BA6A-407CBD079E47}" type="slidenum">
              <a:rPr spc="-5" dirty="0"/>
              <a:t>‹#›</a:t>
            </a:fld>
            <a:endParaRPr spc="-5" dirty="0"/>
          </a:p>
        </p:txBody>
      </p:sp>
    </p:spTree>
    <p:extLst>
      <p:ext uri="{BB962C8B-B14F-4D97-AF65-F5344CB8AC3E}">
        <p14:creationId xmlns:p14="http://schemas.microsoft.com/office/powerpoint/2010/main" val="3806609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6AA648E-DB8D-4660-B53A-E0A368FE3FDC}" type="datetime1">
              <a:rPr lang="en-US" smtClean="0"/>
              <a:t>9/15/2025</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marL="12700">
              <a:lnSpc>
                <a:spcPct val="100000"/>
              </a:lnSpc>
              <a:spcBef>
                <a:spcPts val="100"/>
              </a:spcBef>
            </a:pPr>
            <a:endParaRPr lang="en-US" spc="-10" dirty="0"/>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pPr marL="12700">
              <a:lnSpc>
                <a:spcPts val="2090"/>
              </a:lnSpc>
            </a:pPr>
            <a:r>
              <a:rPr lang="en-US" spc="-5"/>
              <a:t>2–</a:t>
            </a:r>
            <a:fld id="{81D60167-4931-47E6-BA6A-407CBD079E47}" type="slidenum">
              <a:rPr spc="-5" smtClean="0"/>
              <a:t>‹#›</a:t>
            </a:fld>
            <a:endParaRPr spc="-5" dirty="0"/>
          </a:p>
        </p:txBody>
      </p:sp>
    </p:spTree>
    <p:extLst>
      <p:ext uri="{BB962C8B-B14F-4D97-AF65-F5344CB8AC3E}">
        <p14:creationId xmlns:p14="http://schemas.microsoft.com/office/powerpoint/2010/main" val="2107485892"/>
      </p:ext>
    </p:extLst>
  </p:cSld>
  <p:clrMap bg1="dk1" tx1="lt1" bg2="dk2" tx2="lt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 id="2147483767" r:id="rId18"/>
  </p:sldLayoutIdLst>
  <p:hf hdr="0" ftr="0" dt="0"/>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3"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25"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27"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29"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30"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31"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C6A81905-F480-46A4-BC10-215D24EA1A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object 3"/>
          <p:cNvSpPr txBox="1"/>
          <p:nvPr/>
        </p:nvSpPr>
        <p:spPr>
          <a:xfrm>
            <a:off x="3750456" y="1749347"/>
            <a:ext cx="5004561" cy="2286000"/>
          </a:xfrm>
          <a:prstGeom prst="rect">
            <a:avLst/>
          </a:prstGeom>
        </p:spPr>
        <p:txBody>
          <a:bodyPr vert="horz" lIns="91440" tIns="45720" rIns="91440" bIns="45720" rtlCol="0" anchor="b">
            <a:normAutofit/>
          </a:bodyPr>
          <a:lstStyle/>
          <a:p>
            <a:pPr marL="12700" marR="5080">
              <a:lnSpc>
                <a:spcPct val="90000"/>
              </a:lnSpc>
              <a:spcBef>
                <a:spcPct val="0"/>
              </a:spcBef>
              <a:spcAft>
                <a:spcPts val="600"/>
              </a:spcAft>
            </a:pPr>
            <a:r>
              <a:rPr lang="en-US" sz="5000" b="0" i="0" kern="1200" dirty="0">
                <a:solidFill>
                  <a:srgbClr val="EBEBEB"/>
                </a:solidFill>
                <a:latin typeface="+mj-lt"/>
                <a:ea typeface="+mj-ea"/>
                <a:cs typeface="+mj-cs"/>
              </a:rPr>
              <a:t>PIONEERING</a:t>
            </a:r>
            <a:r>
              <a:rPr lang="en-US" sz="5000" b="0" i="0" kern="1200" spc="-85" dirty="0">
                <a:solidFill>
                  <a:srgbClr val="EBEBEB"/>
                </a:solidFill>
                <a:latin typeface="+mj-lt"/>
                <a:ea typeface="+mj-ea"/>
                <a:cs typeface="+mj-cs"/>
              </a:rPr>
              <a:t> </a:t>
            </a:r>
            <a:r>
              <a:rPr lang="en-US" sz="5000" b="0" i="0" kern="1200" dirty="0">
                <a:solidFill>
                  <a:srgbClr val="EBEBEB"/>
                </a:solidFill>
                <a:latin typeface="+mj-lt"/>
                <a:ea typeface="+mj-ea"/>
                <a:cs typeface="+mj-cs"/>
              </a:rPr>
              <a:t>IDEAS  </a:t>
            </a:r>
            <a:r>
              <a:rPr lang="en-US" sz="5000" b="0" i="0" kern="1200" spc="-5" dirty="0">
                <a:solidFill>
                  <a:srgbClr val="EBEBEB"/>
                </a:solidFill>
                <a:latin typeface="+mj-lt"/>
                <a:ea typeface="+mj-ea"/>
                <a:cs typeface="+mj-cs"/>
              </a:rPr>
              <a:t>IN</a:t>
            </a:r>
            <a:r>
              <a:rPr lang="en-US" sz="5000" b="0" i="0" kern="1200" spc="-20" dirty="0">
                <a:solidFill>
                  <a:srgbClr val="EBEBEB"/>
                </a:solidFill>
                <a:latin typeface="+mj-lt"/>
                <a:ea typeface="+mj-ea"/>
                <a:cs typeface="+mj-cs"/>
              </a:rPr>
              <a:t> </a:t>
            </a:r>
            <a:r>
              <a:rPr lang="en-US" sz="5000" b="0" i="0" kern="1200" dirty="0">
                <a:solidFill>
                  <a:srgbClr val="EBEBEB"/>
                </a:solidFill>
                <a:latin typeface="+mj-lt"/>
                <a:ea typeface="+mj-ea"/>
                <a:cs typeface="+mj-cs"/>
              </a:rPr>
              <a:t>MANAGEMENT</a:t>
            </a:r>
          </a:p>
        </p:txBody>
      </p:sp>
      <p:sp>
        <p:nvSpPr>
          <p:cNvPr id="24" name="Freeform 8">
            <a:extLst>
              <a:ext uri="{FF2B5EF4-FFF2-40B4-BE49-F238E27FC236}">
                <a16:creationId xmlns:a16="http://schemas.microsoft.com/office/drawing/2014/main" id="{36FD4D9D-3784-41E8-8405-A42B72F5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101769"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6" name="Freeform: Shape 25">
            <a:extLst>
              <a:ext uri="{FF2B5EF4-FFF2-40B4-BE49-F238E27FC236}">
                <a16:creationId xmlns:a16="http://schemas.microsoft.com/office/drawing/2014/main" id="{09811DF6-66E4-43D5-B564-3151796531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61473" cy="6858000"/>
          </a:xfrm>
          <a:custGeom>
            <a:avLst/>
            <a:gdLst>
              <a:gd name="connsiteX0" fmla="*/ 3137249 w 4481964"/>
              <a:gd name="connsiteY0" fmla="*/ 0 h 6858000"/>
              <a:gd name="connsiteX1" fmla="*/ 4480787 w 4481964"/>
              <a:gd name="connsiteY1" fmla="*/ 0 h 6858000"/>
              <a:gd name="connsiteX2" fmla="*/ 4455742 w 4481964"/>
              <a:gd name="connsiteY2" fmla="*/ 155676 h 6858000"/>
              <a:gd name="connsiteX3" fmla="*/ 4431873 w 4481964"/>
              <a:gd name="connsiteY3" fmla="*/ 310667 h 6858000"/>
              <a:gd name="connsiteX4" fmla="*/ 4408509 w 4481964"/>
              <a:gd name="connsiteY4" fmla="*/ 466344 h 6858000"/>
              <a:gd name="connsiteX5" fmla="*/ 4388506 w 4481964"/>
              <a:gd name="connsiteY5" fmla="*/ 622706 h 6858000"/>
              <a:gd name="connsiteX6" fmla="*/ 4368335 w 4481964"/>
              <a:gd name="connsiteY6" fmla="*/ 778383 h 6858000"/>
              <a:gd name="connsiteX7" fmla="*/ 4349509 w 4481964"/>
              <a:gd name="connsiteY7" fmla="*/ 934745 h 6858000"/>
              <a:gd name="connsiteX8" fmla="*/ 4333373 w 4481964"/>
              <a:gd name="connsiteY8" fmla="*/ 1089050 h 6858000"/>
              <a:gd name="connsiteX9" fmla="*/ 4318077 w 4481964"/>
              <a:gd name="connsiteY9" fmla="*/ 1245413 h 6858000"/>
              <a:gd name="connsiteX10" fmla="*/ 4304125 w 4481964"/>
              <a:gd name="connsiteY10" fmla="*/ 1401089 h 6858000"/>
              <a:gd name="connsiteX11" fmla="*/ 4292023 w 4481964"/>
              <a:gd name="connsiteY11" fmla="*/ 1554023 h 6858000"/>
              <a:gd name="connsiteX12" fmla="*/ 4279920 w 4481964"/>
              <a:gd name="connsiteY12" fmla="*/ 1709013 h 6858000"/>
              <a:gd name="connsiteX13" fmla="*/ 4269835 w 4481964"/>
              <a:gd name="connsiteY13" fmla="*/ 1861947 h 6858000"/>
              <a:gd name="connsiteX14" fmla="*/ 4261935 w 4481964"/>
              <a:gd name="connsiteY14" fmla="*/ 2014880 h 6858000"/>
              <a:gd name="connsiteX15" fmla="*/ 4253698 w 4481964"/>
              <a:gd name="connsiteY15" fmla="*/ 2167128 h 6858000"/>
              <a:gd name="connsiteX16" fmla="*/ 4246807 w 4481964"/>
              <a:gd name="connsiteY16" fmla="*/ 2318004 h 6858000"/>
              <a:gd name="connsiteX17" fmla="*/ 4241932 w 4481964"/>
              <a:gd name="connsiteY17" fmla="*/ 2467508 h 6858000"/>
              <a:gd name="connsiteX18" fmla="*/ 4237730 w 4481964"/>
              <a:gd name="connsiteY18" fmla="*/ 2617013 h 6858000"/>
              <a:gd name="connsiteX19" fmla="*/ 4233696 w 4481964"/>
              <a:gd name="connsiteY19" fmla="*/ 2765145 h 6858000"/>
              <a:gd name="connsiteX20" fmla="*/ 4231847 w 4481964"/>
              <a:gd name="connsiteY20" fmla="*/ 2911221 h 6858000"/>
              <a:gd name="connsiteX21" fmla="*/ 4229830 w 4481964"/>
              <a:gd name="connsiteY21" fmla="*/ 3057296 h 6858000"/>
              <a:gd name="connsiteX22" fmla="*/ 4228821 w 4481964"/>
              <a:gd name="connsiteY22" fmla="*/ 3201314 h 6858000"/>
              <a:gd name="connsiteX23" fmla="*/ 4229830 w 4481964"/>
              <a:gd name="connsiteY23" fmla="*/ 3343960 h 6858000"/>
              <a:gd name="connsiteX24" fmla="*/ 4229830 w 4481964"/>
              <a:gd name="connsiteY24" fmla="*/ 3485235 h 6858000"/>
              <a:gd name="connsiteX25" fmla="*/ 4231847 w 4481964"/>
              <a:gd name="connsiteY25" fmla="*/ 3625138 h 6858000"/>
              <a:gd name="connsiteX26" fmla="*/ 4234872 w 4481964"/>
              <a:gd name="connsiteY26" fmla="*/ 3762298 h 6858000"/>
              <a:gd name="connsiteX27" fmla="*/ 4237730 w 4481964"/>
              <a:gd name="connsiteY27" fmla="*/ 3898087 h 6858000"/>
              <a:gd name="connsiteX28" fmla="*/ 4240924 w 4481964"/>
              <a:gd name="connsiteY28" fmla="*/ 4031132 h 6858000"/>
              <a:gd name="connsiteX29" fmla="*/ 4245798 w 4481964"/>
              <a:gd name="connsiteY29" fmla="*/ 4163491 h 6858000"/>
              <a:gd name="connsiteX30" fmla="*/ 4251009 w 4481964"/>
              <a:gd name="connsiteY30" fmla="*/ 4293793 h 6858000"/>
              <a:gd name="connsiteX31" fmla="*/ 4255715 w 4481964"/>
              <a:gd name="connsiteY31" fmla="*/ 4421352 h 6858000"/>
              <a:gd name="connsiteX32" fmla="*/ 4268995 w 4481964"/>
              <a:gd name="connsiteY32" fmla="*/ 4670298 h 6858000"/>
              <a:gd name="connsiteX33" fmla="*/ 4283114 w 4481964"/>
              <a:gd name="connsiteY33" fmla="*/ 4908956 h 6858000"/>
              <a:gd name="connsiteX34" fmla="*/ 4297906 w 4481964"/>
              <a:gd name="connsiteY34" fmla="*/ 5138013 h 6858000"/>
              <a:gd name="connsiteX35" fmla="*/ 4314211 w 4481964"/>
              <a:gd name="connsiteY35" fmla="*/ 5354726 h 6858000"/>
              <a:gd name="connsiteX36" fmla="*/ 4331188 w 4481964"/>
              <a:gd name="connsiteY36" fmla="*/ 5561838 h 6858000"/>
              <a:gd name="connsiteX37" fmla="*/ 4349509 w 4481964"/>
              <a:gd name="connsiteY37" fmla="*/ 5753862 h 6858000"/>
              <a:gd name="connsiteX38" fmla="*/ 4367495 w 4481964"/>
              <a:gd name="connsiteY38" fmla="*/ 5934227 h 6858000"/>
              <a:gd name="connsiteX39" fmla="*/ 4385480 w 4481964"/>
              <a:gd name="connsiteY39" fmla="*/ 6100191 h 6858000"/>
              <a:gd name="connsiteX40" fmla="*/ 4402457 w 4481964"/>
              <a:gd name="connsiteY40" fmla="*/ 6252438 h 6858000"/>
              <a:gd name="connsiteX41" fmla="*/ 4418594 w 4481964"/>
              <a:gd name="connsiteY41" fmla="*/ 6387541 h 6858000"/>
              <a:gd name="connsiteX42" fmla="*/ 4433890 w 4481964"/>
              <a:gd name="connsiteY42" fmla="*/ 6509613 h 6858000"/>
              <a:gd name="connsiteX43" fmla="*/ 4446665 w 4481964"/>
              <a:gd name="connsiteY43" fmla="*/ 6612483 h 6858000"/>
              <a:gd name="connsiteX44" fmla="*/ 4458767 w 4481964"/>
              <a:gd name="connsiteY44" fmla="*/ 6698894 h 6858000"/>
              <a:gd name="connsiteX45" fmla="*/ 4476081 w 4481964"/>
              <a:gd name="connsiteY45" fmla="*/ 6817538 h 6858000"/>
              <a:gd name="connsiteX46" fmla="*/ 4481964 w 4481964"/>
              <a:gd name="connsiteY46" fmla="*/ 6858000 h 6858000"/>
              <a:gd name="connsiteX47" fmla="*/ 3577807 w 4481964"/>
              <a:gd name="connsiteY47" fmla="*/ 6858000 h 6858000"/>
              <a:gd name="connsiteX48" fmla="*/ 3577807 w 4481964"/>
              <a:gd name="connsiteY48" fmla="*/ 6858000 h 6858000"/>
              <a:gd name="connsiteX49" fmla="*/ 0 w 4481964"/>
              <a:gd name="connsiteY49" fmla="*/ 6858000 h 6858000"/>
              <a:gd name="connsiteX50" fmla="*/ 0 w 4481964"/>
              <a:gd name="connsiteY50" fmla="*/ 0 h 6858000"/>
              <a:gd name="connsiteX51" fmla="*/ 3137249 w 448196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481964" h="6858000">
                <a:moveTo>
                  <a:pt x="3137249" y="0"/>
                </a:moveTo>
                <a:lnTo>
                  <a:pt x="4480787" y="0"/>
                </a:lnTo>
                <a:lnTo>
                  <a:pt x="4455742" y="155676"/>
                </a:lnTo>
                <a:lnTo>
                  <a:pt x="4431873" y="310667"/>
                </a:lnTo>
                <a:lnTo>
                  <a:pt x="4408509" y="466344"/>
                </a:lnTo>
                <a:lnTo>
                  <a:pt x="4388506" y="622706"/>
                </a:lnTo>
                <a:lnTo>
                  <a:pt x="4368335" y="778383"/>
                </a:lnTo>
                <a:lnTo>
                  <a:pt x="4349509" y="934745"/>
                </a:lnTo>
                <a:lnTo>
                  <a:pt x="4333373" y="1089050"/>
                </a:lnTo>
                <a:lnTo>
                  <a:pt x="4318077" y="1245413"/>
                </a:lnTo>
                <a:lnTo>
                  <a:pt x="4304125" y="1401089"/>
                </a:lnTo>
                <a:lnTo>
                  <a:pt x="4292023" y="1554023"/>
                </a:lnTo>
                <a:lnTo>
                  <a:pt x="4279920" y="1709013"/>
                </a:lnTo>
                <a:lnTo>
                  <a:pt x="4269835" y="1861947"/>
                </a:lnTo>
                <a:lnTo>
                  <a:pt x="4261935" y="2014880"/>
                </a:lnTo>
                <a:lnTo>
                  <a:pt x="4253698" y="2167128"/>
                </a:lnTo>
                <a:lnTo>
                  <a:pt x="4246807" y="2318004"/>
                </a:lnTo>
                <a:lnTo>
                  <a:pt x="4241932" y="2467508"/>
                </a:lnTo>
                <a:lnTo>
                  <a:pt x="4237730" y="2617013"/>
                </a:lnTo>
                <a:lnTo>
                  <a:pt x="4233696" y="2765145"/>
                </a:lnTo>
                <a:lnTo>
                  <a:pt x="4231847" y="2911221"/>
                </a:lnTo>
                <a:lnTo>
                  <a:pt x="4229830" y="3057296"/>
                </a:lnTo>
                <a:lnTo>
                  <a:pt x="4228821" y="3201314"/>
                </a:lnTo>
                <a:lnTo>
                  <a:pt x="4229830" y="3343960"/>
                </a:lnTo>
                <a:lnTo>
                  <a:pt x="4229830" y="3485235"/>
                </a:lnTo>
                <a:lnTo>
                  <a:pt x="4231847" y="3625138"/>
                </a:lnTo>
                <a:lnTo>
                  <a:pt x="4234872" y="3762298"/>
                </a:lnTo>
                <a:lnTo>
                  <a:pt x="4237730" y="3898087"/>
                </a:lnTo>
                <a:lnTo>
                  <a:pt x="4240924" y="4031132"/>
                </a:lnTo>
                <a:lnTo>
                  <a:pt x="4245798" y="4163491"/>
                </a:lnTo>
                <a:lnTo>
                  <a:pt x="4251009" y="4293793"/>
                </a:lnTo>
                <a:lnTo>
                  <a:pt x="4255715" y="4421352"/>
                </a:lnTo>
                <a:lnTo>
                  <a:pt x="4268995" y="4670298"/>
                </a:lnTo>
                <a:lnTo>
                  <a:pt x="4283114" y="4908956"/>
                </a:lnTo>
                <a:lnTo>
                  <a:pt x="4297906" y="5138013"/>
                </a:lnTo>
                <a:lnTo>
                  <a:pt x="4314211" y="5354726"/>
                </a:lnTo>
                <a:lnTo>
                  <a:pt x="4331188" y="5561838"/>
                </a:lnTo>
                <a:lnTo>
                  <a:pt x="4349509" y="5753862"/>
                </a:lnTo>
                <a:lnTo>
                  <a:pt x="4367495" y="5934227"/>
                </a:lnTo>
                <a:lnTo>
                  <a:pt x="4385480" y="6100191"/>
                </a:lnTo>
                <a:lnTo>
                  <a:pt x="4402457" y="6252438"/>
                </a:lnTo>
                <a:lnTo>
                  <a:pt x="4418594" y="6387541"/>
                </a:lnTo>
                <a:lnTo>
                  <a:pt x="4433890" y="6509613"/>
                </a:lnTo>
                <a:lnTo>
                  <a:pt x="4446665" y="6612483"/>
                </a:lnTo>
                <a:lnTo>
                  <a:pt x="4458767" y="6698894"/>
                </a:lnTo>
                <a:lnTo>
                  <a:pt x="4476081" y="6817538"/>
                </a:lnTo>
                <a:lnTo>
                  <a:pt x="4481964" y="6858000"/>
                </a:lnTo>
                <a:lnTo>
                  <a:pt x="3577807" y="6858000"/>
                </a:lnTo>
                <a:lnTo>
                  <a:pt x="3577807" y="6858000"/>
                </a:lnTo>
                <a:lnTo>
                  <a:pt x="0" y="6858000"/>
                </a:lnTo>
                <a:lnTo>
                  <a:pt x="0" y="0"/>
                </a:lnTo>
                <a:lnTo>
                  <a:pt x="313724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60817A52-B891-4228-A61E-0C0A57632D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32" name="Graphic 6" descr="Head with Gears">
            <a:extLst>
              <a:ext uri="{FF2B5EF4-FFF2-40B4-BE49-F238E27FC236}">
                <a16:creationId xmlns:a16="http://schemas.microsoft.com/office/drawing/2014/main" id="{111C4A7C-4466-4949-A5D5-D91E35F7E33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5430" y="2441986"/>
            <a:ext cx="2202627" cy="2202627"/>
          </a:xfrm>
          <a:prstGeom prst="rect">
            <a:avLst/>
          </a:prstGeom>
          <a:effectLst/>
        </p:spPr>
      </p:pic>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38100"/>
            <a:ext cx="7010400" cy="1120178"/>
          </a:xfrm>
          <a:prstGeom prst="rect">
            <a:avLst/>
          </a:prstGeom>
        </p:spPr>
        <p:txBody>
          <a:bodyPr vert="horz" wrap="square" lIns="0" tIns="12065" rIns="0" bIns="0" rtlCol="0">
            <a:spAutoFit/>
          </a:bodyPr>
          <a:lstStyle/>
          <a:p>
            <a:pPr marL="12700" marR="5080" algn="ctr">
              <a:lnSpc>
                <a:spcPct val="100000"/>
              </a:lnSpc>
              <a:spcBef>
                <a:spcPts val="95"/>
              </a:spcBef>
            </a:pPr>
            <a:r>
              <a:rPr lang="en-US" altLang="en-US" sz="3600" dirty="0"/>
              <a:t>MAJOR APPROACHES to MANAGEMENT</a:t>
            </a:r>
            <a:endParaRPr sz="36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23248"/>
            <a:ext cx="9144000" cy="49517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Slide Number Placeholder 5">
            <a:extLst>
              <a:ext uri="{FF2B5EF4-FFF2-40B4-BE49-F238E27FC236}">
                <a16:creationId xmlns:a16="http://schemas.microsoft.com/office/drawing/2014/main" id="{48BE17A4-1DAF-4ED9-AD5C-E0784C17EC15}"/>
              </a:ext>
            </a:extLst>
          </p:cNvPr>
          <p:cNvSpPr>
            <a:spLocks noGrp="1"/>
          </p:cNvSpPr>
          <p:nvPr>
            <p:ph type="sldNum" sz="quarter" idx="12"/>
          </p:nvPr>
        </p:nvSpPr>
        <p:spPr/>
        <p:txBody>
          <a:bodyPr/>
          <a:lstStyle/>
          <a:p>
            <a:pPr marL="12700">
              <a:lnSpc>
                <a:spcPts val="2090"/>
              </a:lnSpc>
            </a:pPr>
            <a:r>
              <a:rPr lang="en-US" sz="2000" spc="-5" dirty="0"/>
              <a:t>2</a:t>
            </a:r>
            <a:endParaRPr sz="2000" spc="-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5800" y="870539"/>
            <a:ext cx="7467600" cy="751488"/>
          </a:xfrm>
          <a:prstGeom prst="rect">
            <a:avLst/>
          </a:prstGeom>
        </p:spPr>
        <p:txBody>
          <a:bodyPr vert="horz" wrap="square" lIns="0" tIns="12700" rIns="0" bIns="0" rtlCol="0">
            <a:spAutoFit/>
          </a:bodyPr>
          <a:lstStyle/>
          <a:p>
            <a:pPr marL="12700">
              <a:lnSpc>
                <a:spcPct val="100000"/>
              </a:lnSpc>
              <a:spcBef>
                <a:spcPts val="100"/>
              </a:spcBef>
            </a:pPr>
            <a:r>
              <a:rPr lang="en-US" sz="4800" b="1" dirty="0">
                <a:latin typeface="Arial"/>
                <a:cs typeface="Arial"/>
              </a:rPr>
              <a:t>Historical Background</a:t>
            </a:r>
            <a:endParaRPr sz="4800" dirty="0">
              <a:latin typeface="Arial"/>
              <a:cs typeface="Aria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0073" y="2180824"/>
            <a:ext cx="2438400" cy="1581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3927" y="4402756"/>
            <a:ext cx="2431473" cy="1438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381000" y="2180824"/>
            <a:ext cx="6089073" cy="1631216"/>
          </a:xfrm>
          <a:prstGeom prst="rect">
            <a:avLst/>
          </a:prstGeom>
        </p:spPr>
        <p:txBody>
          <a:bodyPr wrap="square">
            <a:spAutoFit/>
          </a:bodyPr>
          <a:lstStyle/>
          <a:p>
            <a:r>
              <a:rPr lang="en-US" sz="2000" dirty="0"/>
              <a:t>The Egyptian pyramids and the Great Wall of China are proof that projects of</a:t>
            </a:r>
          </a:p>
          <a:p>
            <a:r>
              <a:rPr lang="en-US" sz="2000" dirty="0"/>
              <a:t>tremendous scope, employing tens of thousands of people, were completed in ancient times.</a:t>
            </a:r>
          </a:p>
        </p:txBody>
      </p:sp>
      <p:sp>
        <p:nvSpPr>
          <p:cNvPr id="7" name="Rectangle 6"/>
          <p:cNvSpPr/>
          <p:nvPr/>
        </p:nvSpPr>
        <p:spPr>
          <a:xfrm>
            <a:off x="381000" y="4332222"/>
            <a:ext cx="5881242" cy="1323439"/>
          </a:xfrm>
          <a:prstGeom prst="rect">
            <a:avLst/>
          </a:prstGeom>
        </p:spPr>
        <p:txBody>
          <a:bodyPr wrap="square">
            <a:spAutoFit/>
          </a:bodyPr>
          <a:lstStyle/>
          <a:p>
            <a:r>
              <a:rPr lang="en-US" sz="2000" dirty="0"/>
              <a:t>Another example of early management can be found in the city of Venice, which</a:t>
            </a:r>
          </a:p>
          <a:p>
            <a:r>
              <a:rPr lang="en-US" sz="2000" dirty="0"/>
              <a:t>was a major economic and trade center in the 1400s.</a:t>
            </a:r>
          </a:p>
        </p:txBody>
      </p:sp>
      <p:sp>
        <p:nvSpPr>
          <p:cNvPr id="8" name="Slide Number Placeholder 7">
            <a:extLst>
              <a:ext uri="{FF2B5EF4-FFF2-40B4-BE49-F238E27FC236}">
                <a16:creationId xmlns:a16="http://schemas.microsoft.com/office/drawing/2014/main" id="{40BA705B-A192-4355-A65C-82F68D2019CC}"/>
              </a:ext>
            </a:extLst>
          </p:cNvPr>
          <p:cNvSpPr>
            <a:spLocks noGrp="1"/>
          </p:cNvSpPr>
          <p:nvPr>
            <p:ph type="sldNum" sz="quarter" idx="7"/>
          </p:nvPr>
        </p:nvSpPr>
        <p:spPr>
          <a:xfrm>
            <a:off x="7766432" y="295736"/>
            <a:ext cx="628813" cy="365760"/>
          </a:xfrm>
          <a:noFill/>
        </p:spPr>
        <p:txBody>
          <a:bodyPr wrap="square"/>
          <a:lstStyle/>
          <a:p>
            <a:pPr marL="12700">
              <a:lnSpc>
                <a:spcPts val="2090"/>
              </a:lnSpc>
            </a:pPr>
            <a:fld id="{81D60167-4931-47E6-BA6A-407CBD079E47}" type="slidenum">
              <a:rPr spc="-5" smtClean="0"/>
              <a:pPr marL="12700">
                <a:lnSpc>
                  <a:spcPts val="2090"/>
                </a:lnSpc>
              </a:pPr>
              <a:t>3</a:t>
            </a:fld>
            <a:endParaRPr spc="-5" dirty="0"/>
          </a:p>
        </p:txBody>
      </p:sp>
    </p:spTree>
    <p:extLst>
      <p:ext uri="{BB962C8B-B14F-4D97-AF65-F5344CB8AC3E}">
        <p14:creationId xmlns:p14="http://schemas.microsoft.com/office/powerpoint/2010/main" val="1385722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8693" y="1442084"/>
            <a:ext cx="1895475" cy="1266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8693" y="3583126"/>
            <a:ext cx="1933575"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838200" y="1295400"/>
            <a:ext cx="5576442" cy="1477328"/>
          </a:xfrm>
          <a:prstGeom prst="rect">
            <a:avLst/>
          </a:prstGeom>
        </p:spPr>
        <p:txBody>
          <a:bodyPr wrap="square">
            <a:spAutoFit/>
          </a:bodyPr>
          <a:lstStyle/>
          <a:p>
            <a:r>
              <a:rPr lang="en-US" dirty="0"/>
              <a:t>In 1776, Adam Smith published </a:t>
            </a:r>
            <a:r>
              <a:rPr lang="en-US" i="1" dirty="0"/>
              <a:t>The Wealth of Nations</a:t>
            </a:r>
            <a:r>
              <a:rPr lang="en-US" dirty="0"/>
              <a:t>, in which he argued</a:t>
            </a:r>
          </a:p>
          <a:p>
            <a:r>
              <a:rPr lang="en-US" dirty="0"/>
              <a:t>the economic advantages that organizations and society would gain from the </a:t>
            </a:r>
            <a:r>
              <a:rPr lang="en-US" b="1" dirty="0"/>
              <a:t>division of labor </a:t>
            </a:r>
            <a:r>
              <a:rPr lang="en-US" dirty="0"/>
              <a:t>(or </a:t>
            </a:r>
            <a:r>
              <a:rPr lang="en-US" b="1" dirty="0"/>
              <a:t>job specialization</a:t>
            </a:r>
            <a:r>
              <a:rPr lang="en-US" dirty="0"/>
              <a:t>)</a:t>
            </a:r>
          </a:p>
        </p:txBody>
      </p:sp>
      <p:sp>
        <p:nvSpPr>
          <p:cNvPr id="6" name="Rectangle 5"/>
          <p:cNvSpPr/>
          <p:nvPr/>
        </p:nvSpPr>
        <p:spPr>
          <a:xfrm>
            <a:off x="838200" y="3429000"/>
            <a:ext cx="5576442" cy="1754326"/>
          </a:xfrm>
          <a:prstGeom prst="rect">
            <a:avLst/>
          </a:prstGeom>
        </p:spPr>
        <p:txBody>
          <a:bodyPr wrap="square">
            <a:spAutoFit/>
          </a:bodyPr>
          <a:lstStyle/>
          <a:p>
            <a:r>
              <a:rPr lang="en-US" dirty="0"/>
              <a:t>Starting in the late eighteenth century when machine power was substituted for human power, a point in history known as the </a:t>
            </a:r>
            <a:r>
              <a:rPr lang="en-US" b="1" dirty="0"/>
              <a:t>industrial revolution</a:t>
            </a:r>
            <a:r>
              <a:rPr lang="en-US" dirty="0"/>
              <a:t>, it became more economical to manufacture goods in factories rather than at home.</a:t>
            </a:r>
          </a:p>
        </p:txBody>
      </p:sp>
      <p:sp>
        <p:nvSpPr>
          <p:cNvPr id="7" name="Slide Number Placeholder 6">
            <a:extLst>
              <a:ext uri="{FF2B5EF4-FFF2-40B4-BE49-F238E27FC236}">
                <a16:creationId xmlns:a16="http://schemas.microsoft.com/office/drawing/2014/main" id="{6DEAB63C-C2A6-4369-896D-E3D136BFCDFA}"/>
              </a:ext>
            </a:extLst>
          </p:cNvPr>
          <p:cNvSpPr>
            <a:spLocks noGrp="1"/>
          </p:cNvSpPr>
          <p:nvPr>
            <p:ph type="sldNum" sz="quarter" idx="7"/>
          </p:nvPr>
        </p:nvSpPr>
        <p:spPr/>
        <p:txBody>
          <a:bodyPr/>
          <a:lstStyle/>
          <a:p>
            <a:pPr marL="12700">
              <a:lnSpc>
                <a:spcPts val="2090"/>
              </a:lnSpc>
            </a:pPr>
            <a:fld id="{81D60167-4931-47E6-BA6A-407CBD079E47}" type="slidenum">
              <a:rPr spc="-5" smtClean="0"/>
              <a:t>4</a:t>
            </a:fld>
            <a:endParaRPr spc="-5" dirty="0"/>
          </a:p>
        </p:txBody>
      </p:sp>
      <p:sp>
        <p:nvSpPr>
          <p:cNvPr id="10" name="object 2">
            <a:extLst>
              <a:ext uri="{FF2B5EF4-FFF2-40B4-BE49-F238E27FC236}">
                <a16:creationId xmlns:a16="http://schemas.microsoft.com/office/drawing/2014/main" id="{AE75A2CE-3E2B-4465-B3B6-352E42520106}"/>
              </a:ext>
            </a:extLst>
          </p:cNvPr>
          <p:cNvSpPr txBox="1"/>
          <p:nvPr/>
        </p:nvSpPr>
        <p:spPr>
          <a:xfrm>
            <a:off x="734242" y="421183"/>
            <a:ext cx="7467600" cy="751488"/>
          </a:xfrm>
          <a:prstGeom prst="rect">
            <a:avLst/>
          </a:prstGeom>
        </p:spPr>
        <p:txBody>
          <a:bodyPr vert="horz" wrap="square" lIns="0" tIns="12700" rIns="0" bIns="0" rtlCol="0">
            <a:spAutoFit/>
          </a:bodyPr>
          <a:lstStyle/>
          <a:p>
            <a:pPr marL="12700">
              <a:lnSpc>
                <a:spcPct val="100000"/>
              </a:lnSpc>
              <a:spcBef>
                <a:spcPts val="100"/>
              </a:spcBef>
            </a:pPr>
            <a:r>
              <a:rPr lang="en-US" sz="4800" b="1" dirty="0">
                <a:latin typeface="Arial"/>
                <a:cs typeface="Arial"/>
              </a:rPr>
              <a:t>Historical Background</a:t>
            </a:r>
            <a:endParaRPr sz="4800" dirty="0">
              <a:latin typeface="Arial"/>
              <a:cs typeface="Arial"/>
            </a:endParaRPr>
          </a:p>
        </p:txBody>
      </p:sp>
    </p:spTree>
    <p:extLst>
      <p:ext uri="{BB962C8B-B14F-4D97-AF65-F5344CB8AC3E}">
        <p14:creationId xmlns:p14="http://schemas.microsoft.com/office/powerpoint/2010/main" val="786192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4260" y="305868"/>
            <a:ext cx="6806565" cy="757555"/>
          </a:xfrm>
          <a:prstGeom prst="rect">
            <a:avLst/>
          </a:prstGeom>
        </p:spPr>
        <p:txBody>
          <a:bodyPr vert="horz" wrap="square" lIns="0" tIns="12700" rIns="0" bIns="0" rtlCol="0">
            <a:spAutoFit/>
          </a:bodyPr>
          <a:lstStyle/>
          <a:p>
            <a:pPr marL="12700">
              <a:lnSpc>
                <a:spcPct val="100000"/>
              </a:lnSpc>
              <a:spcBef>
                <a:spcPts val="100"/>
              </a:spcBef>
            </a:pPr>
            <a:r>
              <a:rPr sz="4800" dirty="0"/>
              <a:t>The </a:t>
            </a:r>
            <a:r>
              <a:rPr sz="4800" spc="-5" dirty="0"/>
              <a:t>classical</a:t>
            </a:r>
            <a:r>
              <a:rPr sz="4800" spc="20" dirty="0"/>
              <a:t> </a:t>
            </a:r>
            <a:r>
              <a:rPr sz="4800" spc="-5" dirty="0"/>
              <a:t>viewpoint</a:t>
            </a:r>
            <a:endParaRPr sz="4800" dirty="0"/>
          </a:p>
        </p:txBody>
      </p:sp>
      <p:sp>
        <p:nvSpPr>
          <p:cNvPr id="3" name="object 3"/>
          <p:cNvSpPr txBox="1">
            <a:spLocks noGrp="1"/>
          </p:cNvSpPr>
          <p:nvPr>
            <p:ph idx="1"/>
          </p:nvPr>
        </p:nvSpPr>
        <p:spPr>
          <a:xfrm>
            <a:off x="0" y="1371600"/>
            <a:ext cx="8763000" cy="3440044"/>
          </a:xfrm>
          <a:prstGeom prst="rect">
            <a:avLst/>
          </a:prstGeom>
        </p:spPr>
        <p:txBody>
          <a:bodyPr vert="horz" wrap="square" lIns="0" tIns="13335" rIns="0" bIns="0" rtlCol="0">
            <a:spAutoFit/>
          </a:bodyPr>
          <a:lstStyle/>
          <a:p>
            <a:pPr marL="1540510" marR="5080">
              <a:lnSpc>
                <a:spcPct val="100000"/>
              </a:lnSpc>
              <a:spcBef>
                <a:spcPts val="105"/>
              </a:spcBef>
            </a:pPr>
            <a:r>
              <a:rPr sz="2800" dirty="0"/>
              <a:t>This </a:t>
            </a:r>
            <a:r>
              <a:rPr sz="2800" spc="-5" dirty="0"/>
              <a:t>viewpoint </a:t>
            </a:r>
            <a:r>
              <a:rPr sz="2800" dirty="0"/>
              <a:t>emphasises</a:t>
            </a:r>
            <a:r>
              <a:rPr sz="2800" spc="-85" dirty="0"/>
              <a:t> </a:t>
            </a:r>
            <a:r>
              <a:rPr sz="2800" spc="-10" dirty="0"/>
              <a:t>efficiently  </a:t>
            </a:r>
            <a:r>
              <a:rPr sz="2800" spc="-5" dirty="0"/>
              <a:t>managing work and</a:t>
            </a:r>
            <a:r>
              <a:rPr sz="2800" spc="-15" dirty="0"/>
              <a:t> </a:t>
            </a:r>
            <a:r>
              <a:rPr sz="2800" spc="-5" dirty="0"/>
              <a:t>organisations.</a:t>
            </a:r>
            <a:endParaRPr sz="2800" dirty="0"/>
          </a:p>
          <a:p>
            <a:pPr marL="1540510" marR="157480">
              <a:lnSpc>
                <a:spcPct val="100000"/>
              </a:lnSpc>
              <a:spcBef>
                <a:spcPts val="770"/>
              </a:spcBef>
            </a:pPr>
            <a:r>
              <a:rPr sz="2800" dirty="0"/>
              <a:t>It comprises </a:t>
            </a:r>
            <a:r>
              <a:rPr sz="2800" spc="-5" dirty="0"/>
              <a:t>three </a:t>
            </a:r>
            <a:r>
              <a:rPr sz="2800" spc="-10" dirty="0"/>
              <a:t>different  management </a:t>
            </a:r>
            <a:r>
              <a:rPr sz="2800" spc="-5" dirty="0"/>
              <a:t>approaches:</a:t>
            </a:r>
            <a:endParaRPr lang="en-US" sz="2800" spc="-5" dirty="0"/>
          </a:p>
          <a:p>
            <a:pPr marL="1654804" marR="157480" indent="-457200">
              <a:lnSpc>
                <a:spcPct val="100000"/>
              </a:lnSpc>
              <a:spcBef>
                <a:spcPts val="770"/>
              </a:spcBef>
              <a:buFont typeface="Wingdings" panose="05000000000000000000" pitchFamily="2" charset="2"/>
              <a:buChar char="q"/>
            </a:pPr>
            <a:r>
              <a:rPr lang="en-US" sz="2800" spc="-5" dirty="0"/>
              <a:t>S</a:t>
            </a:r>
            <a:r>
              <a:rPr sz="2800" spc="-5" dirty="0"/>
              <a:t>cientific</a:t>
            </a:r>
            <a:endParaRPr lang="en-US" sz="2800" spc="-5" dirty="0"/>
          </a:p>
          <a:p>
            <a:pPr marL="1654804" marR="157480" indent="-457200">
              <a:lnSpc>
                <a:spcPct val="100000"/>
              </a:lnSpc>
              <a:spcBef>
                <a:spcPts val="770"/>
              </a:spcBef>
              <a:buFont typeface="Wingdings" panose="05000000000000000000" pitchFamily="2" charset="2"/>
              <a:buChar char="q"/>
            </a:pPr>
            <a:r>
              <a:rPr sz="2800" spc="-5" dirty="0"/>
              <a:t>administrative </a:t>
            </a:r>
            <a:endParaRPr lang="en-US" sz="2800" spc="-5" dirty="0"/>
          </a:p>
          <a:p>
            <a:pPr marL="1654804" marR="157480" indent="-457200">
              <a:lnSpc>
                <a:spcPct val="100000"/>
              </a:lnSpc>
              <a:spcBef>
                <a:spcPts val="770"/>
              </a:spcBef>
              <a:buFont typeface="Wingdings" panose="05000000000000000000" pitchFamily="2" charset="2"/>
              <a:buChar char="q"/>
            </a:pPr>
            <a:r>
              <a:rPr lang="en-US" sz="2800" spc="-5" dirty="0"/>
              <a:t>b</a:t>
            </a:r>
            <a:r>
              <a:rPr sz="2800" spc="-5" dirty="0"/>
              <a:t>ureaucratic  management.</a:t>
            </a:r>
            <a:endParaRPr sz="2800" dirty="0"/>
          </a:p>
        </p:txBody>
      </p:sp>
      <p:sp>
        <p:nvSpPr>
          <p:cNvPr id="7" name="Slide Number Placeholder 6">
            <a:extLst>
              <a:ext uri="{FF2B5EF4-FFF2-40B4-BE49-F238E27FC236}">
                <a16:creationId xmlns:a16="http://schemas.microsoft.com/office/drawing/2014/main" id="{5150EAB9-0F18-41D8-81E1-084DAFA3C796}"/>
              </a:ext>
            </a:extLst>
          </p:cNvPr>
          <p:cNvSpPr>
            <a:spLocks noGrp="1"/>
          </p:cNvSpPr>
          <p:nvPr>
            <p:ph type="sldNum" sz="quarter" idx="12"/>
          </p:nvPr>
        </p:nvSpPr>
        <p:spPr/>
        <p:txBody>
          <a:bodyPr/>
          <a:lstStyle/>
          <a:p>
            <a:pPr marL="12700">
              <a:lnSpc>
                <a:spcPts val="2090"/>
              </a:lnSpc>
            </a:pPr>
            <a:fld id="{81D60167-4931-47E6-BA6A-407CBD079E47}" type="slidenum">
              <a:rPr sz="2800" spc="-5" smtClean="0"/>
              <a:t>5</a:t>
            </a:fld>
            <a:endParaRPr sz="2800" spc="-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6794" y="174193"/>
            <a:ext cx="5414645" cy="757555"/>
          </a:xfrm>
          <a:prstGeom prst="rect">
            <a:avLst/>
          </a:prstGeom>
        </p:spPr>
        <p:txBody>
          <a:bodyPr vert="horz" wrap="square" lIns="0" tIns="12700" rIns="0" bIns="0" rtlCol="0">
            <a:spAutoFit/>
          </a:bodyPr>
          <a:lstStyle/>
          <a:p>
            <a:pPr marL="12700">
              <a:lnSpc>
                <a:spcPct val="100000"/>
              </a:lnSpc>
              <a:spcBef>
                <a:spcPts val="100"/>
              </a:spcBef>
            </a:pPr>
            <a:r>
              <a:rPr sz="4800" spc="-5" dirty="0"/>
              <a:t>Classical theorists</a:t>
            </a:r>
            <a:endParaRPr sz="4800"/>
          </a:p>
        </p:txBody>
      </p:sp>
      <p:sp>
        <p:nvSpPr>
          <p:cNvPr id="3" name="object 3"/>
          <p:cNvSpPr txBox="1"/>
          <p:nvPr/>
        </p:nvSpPr>
        <p:spPr>
          <a:xfrm>
            <a:off x="1526794" y="1427669"/>
            <a:ext cx="6596380" cy="4619983"/>
          </a:xfrm>
          <a:prstGeom prst="rect">
            <a:avLst/>
          </a:prstGeom>
        </p:spPr>
        <p:txBody>
          <a:bodyPr vert="horz" wrap="square" lIns="0" tIns="74930" rIns="0" bIns="0" rtlCol="0">
            <a:spAutoFit/>
          </a:bodyPr>
          <a:lstStyle/>
          <a:p>
            <a:pPr marL="355600" indent="-342900">
              <a:lnSpc>
                <a:spcPct val="100000"/>
              </a:lnSpc>
              <a:spcBef>
                <a:spcPts val="590"/>
              </a:spcBef>
              <a:buSzPct val="90277"/>
              <a:buChar char="•"/>
              <a:tabLst>
                <a:tab pos="354965" algn="l"/>
                <a:tab pos="355600" algn="l"/>
              </a:tabLst>
            </a:pPr>
            <a:r>
              <a:rPr sz="3600" dirty="0">
                <a:latin typeface="Arial"/>
                <a:cs typeface="Arial"/>
              </a:rPr>
              <a:t>Scientific</a:t>
            </a:r>
            <a:r>
              <a:rPr sz="3600" spc="-30" dirty="0">
                <a:latin typeface="Arial"/>
                <a:cs typeface="Arial"/>
              </a:rPr>
              <a:t> </a:t>
            </a:r>
            <a:r>
              <a:rPr sz="3600" dirty="0">
                <a:latin typeface="Arial"/>
                <a:cs typeface="Arial"/>
              </a:rPr>
              <a:t>management</a:t>
            </a:r>
          </a:p>
          <a:p>
            <a:pPr marL="355600" marR="5080">
              <a:lnSpc>
                <a:spcPct val="110000"/>
              </a:lnSpc>
              <a:spcBef>
                <a:spcPts val="40"/>
              </a:spcBef>
            </a:pPr>
            <a:r>
              <a:rPr sz="2400" spc="-5" dirty="0">
                <a:latin typeface="Arial"/>
                <a:cs typeface="Arial"/>
              </a:rPr>
              <a:t>Frederick </a:t>
            </a:r>
            <a:r>
              <a:rPr sz="2400" spc="-65" dirty="0">
                <a:latin typeface="Arial"/>
                <a:cs typeface="Arial"/>
              </a:rPr>
              <a:t>W. </a:t>
            </a:r>
            <a:r>
              <a:rPr sz="2400" spc="-60" dirty="0">
                <a:latin typeface="Arial"/>
                <a:cs typeface="Arial"/>
              </a:rPr>
              <a:t>Taylor, </a:t>
            </a:r>
            <a:r>
              <a:rPr sz="2400" dirty="0">
                <a:latin typeface="Arial"/>
                <a:cs typeface="Arial"/>
              </a:rPr>
              <a:t>Frank </a:t>
            </a:r>
            <a:r>
              <a:rPr sz="2400" spc="-5" dirty="0">
                <a:latin typeface="Arial"/>
                <a:cs typeface="Arial"/>
              </a:rPr>
              <a:t>and Lillian Gilbreth,  Henry</a:t>
            </a:r>
            <a:r>
              <a:rPr sz="2400" spc="10" dirty="0">
                <a:latin typeface="Arial"/>
                <a:cs typeface="Arial"/>
              </a:rPr>
              <a:t> </a:t>
            </a:r>
            <a:r>
              <a:rPr sz="2400" dirty="0">
                <a:latin typeface="Arial"/>
                <a:cs typeface="Arial"/>
              </a:rPr>
              <a:t>Gantt</a:t>
            </a:r>
          </a:p>
          <a:p>
            <a:pPr>
              <a:lnSpc>
                <a:spcPct val="100000"/>
              </a:lnSpc>
            </a:pPr>
            <a:endParaRPr sz="3100" dirty="0">
              <a:latin typeface="Arial"/>
              <a:cs typeface="Arial"/>
            </a:endParaRPr>
          </a:p>
          <a:p>
            <a:pPr marL="355600" indent="-342900">
              <a:lnSpc>
                <a:spcPct val="100000"/>
              </a:lnSpc>
              <a:buSzPct val="90277"/>
              <a:buChar char="•"/>
              <a:tabLst>
                <a:tab pos="354965" algn="l"/>
                <a:tab pos="355600" algn="l"/>
              </a:tabLst>
            </a:pPr>
            <a:r>
              <a:rPr sz="3600" dirty="0">
                <a:latin typeface="Arial"/>
                <a:cs typeface="Arial"/>
              </a:rPr>
              <a:t>Administrative</a:t>
            </a:r>
            <a:r>
              <a:rPr sz="3600" spc="-35" dirty="0">
                <a:latin typeface="Arial"/>
                <a:cs typeface="Arial"/>
              </a:rPr>
              <a:t> </a:t>
            </a:r>
            <a:r>
              <a:rPr sz="3600" dirty="0">
                <a:latin typeface="Arial"/>
                <a:cs typeface="Arial"/>
              </a:rPr>
              <a:t>management</a:t>
            </a:r>
          </a:p>
          <a:p>
            <a:pPr marL="355600">
              <a:lnSpc>
                <a:spcPct val="100000"/>
              </a:lnSpc>
              <a:spcBef>
                <a:spcPts val="325"/>
              </a:spcBef>
            </a:pPr>
            <a:r>
              <a:rPr sz="2400" spc="-5" dirty="0">
                <a:latin typeface="Arial"/>
                <a:cs typeface="Arial"/>
              </a:rPr>
              <a:t>Henri Fayol, Chester</a:t>
            </a:r>
            <a:r>
              <a:rPr sz="2400" spc="30" dirty="0">
                <a:latin typeface="Arial"/>
                <a:cs typeface="Arial"/>
              </a:rPr>
              <a:t> </a:t>
            </a:r>
            <a:r>
              <a:rPr sz="2400" spc="-5" dirty="0">
                <a:latin typeface="Arial"/>
                <a:cs typeface="Arial"/>
              </a:rPr>
              <a:t>Barnard</a:t>
            </a:r>
            <a:endParaRPr lang="en-US" sz="2400" spc="-5" dirty="0">
              <a:latin typeface="Arial"/>
              <a:cs typeface="Arial"/>
            </a:endParaRPr>
          </a:p>
          <a:p>
            <a:pPr marL="355600" indent="-342900">
              <a:lnSpc>
                <a:spcPct val="100000"/>
              </a:lnSpc>
              <a:buSzPct val="90277"/>
              <a:buChar char="•"/>
              <a:tabLst>
                <a:tab pos="354965" algn="l"/>
                <a:tab pos="355600" algn="l"/>
              </a:tabLst>
            </a:pPr>
            <a:endParaRPr lang="en-US" sz="2400" dirty="0">
              <a:latin typeface="Arial"/>
              <a:cs typeface="Arial"/>
            </a:endParaRPr>
          </a:p>
          <a:p>
            <a:pPr marL="355600" indent="-342900">
              <a:buSzPct val="90277"/>
              <a:buChar char="•"/>
              <a:tabLst>
                <a:tab pos="354965" algn="l"/>
                <a:tab pos="355600" algn="l"/>
              </a:tabLst>
            </a:pPr>
            <a:r>
              <a:rPr lang="en-US" sz="3600" dirty="0">
                <a:latin typeface="Arial"/>
                <a:cs typeface="Arial"/>
              </a:rPr>
              <a:t>Bureaucratic management</a:t>
            </a:r>
          </a:p>
          <a:p>
            <a:pPr marL="355600">
              <a:lnSpc>
                <a:spcPct val="100000"/>
              </a:lnSpc>
              <a:spcBef>
                <a:spcPts val="325"/>
              </a:spcBef>
            </a:pPr>
            <a:r>
              <a:rPr lang="en-US" sz="2400" spc="-5" dirty="0">
                <a:latin typeface="Arial"/>
                <a:cs typeface="Arial"/>
              </a:rPr>
              <a:t>Max Weber</a:t>
            </a:r>
          </a:p>
          <a:p>
            <a:pPr marL="355600">
              <a:lnSpc>
                <a:spcPct val="100000"/>
              </a:lnSpc>
              <a:spcBef>
                <a:spcPts val="325"/>
              </a:spcBef>
            </a:pPr>
            <a:endParaRPr sz="2400" dirty="0">
              <a:latin typeface="Arial"/>
              <a:cs typeface="Arial"/>
            </a:endParaRPr>
          </a:p>
        </p:txBody>
      </p:sp>
      <p:sp>
        <p:nvSpPr>
          <p:cNvPr id="6" name="Slide Number Placeholder 5">
            <a:extLst>
              <a:ext uri="{FF2B5EF4-FFF2-40B4-BE49-F238E27FC236}">
                <a16:creationId xmlns:a16="http://schemas.microsoft.com/office/drawing/2014/main" id="{A951FEBD-D680-44FE-9B3D-470172EA2443}"/>
              </a:ext>
            </a:extLst>
          </p:cNvPr>
          <p:cNvSpPr>
            <a:spLocks noGrp="1"/>
          </p:cNvSpPr>
          <p:nvPr>
            <p:ph type="sldNum" sz="quarter" idx="12"/>
          </p:nvPr>
        </p:nvSpPr>
        <p:spPr/>
        <p:txBody>
          <a:bodyPr/>
          <a:lstStyle/>
          <a:p>
            <a:pPr marL="12700">
              <a:lnSpc>
                <a:spcPts val="2090"/>
              </a:lnSpc>
            </a:pPr>
            <a:fld id="{81D60167-4931-47E6-BA6A-407CBD079E47}" type="slidenum">
              <a:rPr spc="-5" smtClean="0"/>
              <a:t>6</a:t>
            </a:fld>
            <a:endParaRPr spc="-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48756" y="366193"/>
            <a:ext cx="7356475" cy="697230"/>
          </a:xfrm>
          <a:prstGeom prst="rect">
            <a:avLst/>
          </a:prstGeom>
        </p:spPr>
        <p:txBody>
          <a:bodyPr vert="horz" wrap="square" lIns="0" tIns="13335" rIns="0" bIns="0" rtlCol="0">
            <a:spAutoFit/>
          </a:bodyPr>
          <a:lstStyle/>
          <a:p>
            <a:pPr marL="12700">
              <a:lnSpc>
                <a:spcPct val="100000"/>
              </a:lnSpc>
              <a:spcBef>
                <a:spcPts val="105"/>
              </a:spcBef>
            </a:pPr>
            <a:r>
              <a:rPr lang="en-US" sz="4400" dirty="0"/>
              <a:t>Scientific</a:t>
            </a:r>
            <a:r>
              <a:rPr lang="en-US" sz="4400" spc="-70" dirty="0"/>
              <a:t> </a:t>
            </a:r>
            <a:r>
              <a:rPr lang="en-US" sz="4400" dirty="0"/>
              <a:t>Management</a:t>
            </a:r>
          </a:p>
        </p:txBody>
      </p:sp>
      <p:sp>
        <p:nvSpPr>
          <p:cNvPr id="3" name="object 3"/>
          <p:cNvSpPr txBox="1">
            <a:spLocks noGrp="1"/>
          </p:cNvSpPr>
          <p:nvPr>
            <p:ph idx="1"/>
          </p:nvPr>
        </p:nvSpPr>
        <p:spPr>
          <a:xfrm>
            <a:off x="-381000" y="1600200"/>
            <a:ext cx="8915400" cy="2642648"/>
          </a:xfrm>
          <a:prstGeom prst="rect">
            <a:avLst/>
          </a:prstGeom>
        </p:spPr>
        <p:txBody>
          <a:bodyPr vert="horz" wrap="square" lIns="0" tIns="178690" rIns="0" bIns="0" rtlCol="0">
            <a:spAutoFit/>
          </a:bodyPr>
          <a:lstStyle/>
          <a:p>
            <a:pPr marL="1395095" marR="5080" indent="0">
              <a:lnSpc>
                <a:spcPct val="100000"/>
              </a:lnSpc>
              <a:spcBef>
                <a:spcPts val="100"/>
              </a:spcBef>
              <a:buNone/>
            </a:pPr>
            <a:r>
              <a:rPr sz="3200" spc="-5" dirty="0"/>
              <a:t>Scientific </a:t>
            </a:r>
            <a:r>
              <a:rPr sz="3200" dirty="0"/>
              <a:t>management </a:t>
            </a:r>
            <a:r>
              <a:rPr sz="3200" spc="-5" dirty="0"/>
              <a:t>is an  </a:t>
            </a:r>
            <a:r>
              <a:rPr sz="3200" dirty="0"/>
              <a:t>approach </a:t>
            </a:r>
            <a:r>
              <a:rPr sz="3200" spc="-5" dirty="0"/>
              <a:t>in </a:t>
            </a:r>
            <a:r>
              <a:rPr sz="3200" dirty="0"/>
              <a:t>classical  management </a:t>
            </a:r>
            <a:r>
              <a:rPr sz="3200" spc="-5" dirty="0"/>
              <a:t>theory focusing</a:t>
            </a:r>
            <a:r>
              <a:rPr sz="3200" spc="-45" dirty="0"/>
              <a:t> </a:t>
            </a:r>
            <a:r>
              <a:rPr sz="3200" spc="-5" dirty="0"/>
              <a:t>on  </a:t>
            </a:r>
            <a:r>
              <a:rPr sz="3200" dirty="0"/>
              <a:t>the </a:t>
            </a:r>
            <a:r>
              <a:rPr sz="3200" spc="-5" dirty="0"/>
              <a:t>scientific </a:t>
            </a:r>
            <a:r>
              <a:rPr sz="3200" dirty="0"/>
              <a:t>study of work  </a:t>
            </a:r>
            <a:r>
              <a:rPr sz="3200" spc="-5" dirty="0"/>
              <a:t>methods </a:t>
            </a:r>
            <a:r>
              <a:rPr sz="3200" spc="-10" dirty="0"/>
              <a:t>to </a:t>
            </a:r>
            <a:r>
              <a:rPr sz="3200" dirty="0"/>
              <a:t>improve </a:t>
            </a:r>
            <a:r>
              <a:rPr sz="3200" spc="-5" dirty="0"/>
              <a:t>worker  </a:t>
            </a:r>
            <a:r>
              <a:rPr sz="3200" spc="-30" dirty="0"/>
              <a:t>efficiency.</a:t>
            </a:r>
          </a:p>
        </p:txBody>
      </p:sp>
      <p:sp>
        <p:nvSpPr>
          <p:cNvPr id="6" name="Slide Number Placeholder 5">
            <a:extLst>
              <a:ext uri="{FF2B5EF4-FFF2-40B4-BE49-F238E27FC236}">
                <a16:creationId xmlns:a16="http://schemas.microsoft.com/office/drawing/2014/main" id="{0DDC5200-A9D1-405E-86E3-05AFAF04F134}"/>
              </a:ext>
            </a:extLst>
          </p:cNvPr>
          <p:cNvSpPr>
            <a:spLocks noGrp="1"/>
          </p:cNvSpPr>
          <p:nvPr>
            <p:ph type="sldNum" sz="quarter" idx="12"/>
          </p:nvPr>
        </p:nvSpPr>
        <p:spPr/>
        <p:txBody>
          <a:bodyPr/>
          <a:lstStyle/>
          <a:p>
            <a:pPr marL="12700">
              <a:lnSpc>
                <a:spcPts val="2090"/>
              </a:lnSpc>
            </a:pPr>
            <a:fld id="{81D60167-4931-47E6-BA6A-407CBD079E47}" type="slidenum">
              <a:rPr spc="-5" smtClean="0"/>
              <a:t>7</a:t>
            </a:fld>
            <a:endParaRPr spc="-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5042" y="424973"/>
            <a:ext cx="6861973" cy="697230"/>
          </a:xfrm>
          <a:prstGeom prst="rect">
            <a:avLst/>
          </a:prstGeom>
        </p:spPr>
        <p:txBody>
          <a:bodyPr vert="horz" wrap="square" lIns="0" tIns="13335" rIns="0" bIns="0" rtlCol="0">
            <a:spAutoFit/>
          </a:bodyPr>
          <a:lstStyle/>
          <a:p>
            <a:pPr marL="12700">
              <a:lnSpc>
                <a:spcPct val="100000"/>
              </a:lnSpc>
              <a:spcBef>
                <a:spcPts val="105"/>
              </a:spcBef>
            </a:pPr>
            <a:r>
              <a:rPr sz="4400" dirty="0"/>
              <a:t>Scientific</a:t>
            </a:r>
            <a:r>
              <a:rPr sz="4400" spc="-80" dirty="0"/>
              <a:t> </a:t>
            </a:r>
            <a:r>
              <a:rPr sz="4400" dirty="0"/>
              <a:t>Management</a:t>
            </a:r>
          </a:p>
        </p:txBody>
      </p:sp>
      <p:sp>
        <p:nvSpPr>
          <p:cNvPr id="3" name="object 3"/>
          <p:cNvSpPr txBox="1"/>
          <p:nvPr/>
        </p:nvSpPr>
        <p:spPr>
          <a:xfrm>
            <a:off x="724280" y="1459548"/>
            <a:ext cx="7352919" cy="4773102"/>
          </a:xfrm>
          <a:prstGeom prst="rect">
            <a:avLst/>
          </a:prstGeom>
        </p:spPr>
        <p:txBody>
          <a:bodyPr vert="horz" wrap="square" lIns="0" tIns="127000" rIns="0" bIns="0" rtlCol="0">
            <a:spAutoFit/>
          </a:bodyPr>
          <a:lstStyle/>
          <a:p>
            <a:pPr marL="12700">
              <a:lnSpc>
                <a:spcPct val="100000"/>
              </a:lnSpc>
              <a:spcBef>
                <a:spcPts val="1000"/>
              </a:spcBef>
            </a:pPr>
            <a:r>
              <a:rPr sz="3600" dirty="0">
                <a:latin typeface="Arial"/>
                <a:cs typeface="Arial"/>
              </a:rPr>
              <a:t>Frederick </a:t>
            </a:r>
            <a:r>
              <a:rPr sz="3600" spc="-105" dirty="0">
                <a:latin typeface="Arial"/>
                <a:cs typeface="Arial"/>
              </a:rPr>
              <a:t>W.</a:t>
            </a:r>
            <a:r>
              <a:rPr sz="3600" spc="-90" dirty="0">
                <a:latin typeface="Arial"/>
                <a:cs typeface="Arial"/>
              </a:rPr>
              <a:t> </a:t>
            </a:r>
            <a:r>
              <a:rPr sz="3600" spc="-70" dirty="0">
                <a:latin typeface="Arial"/>
                <a:cs typeface="Arial"/>
              </a:rPr>
              <a:t>Taylor</a:t>
            </a:r>
            <a:endParaRPr sz="3600" dirty="0">
              <a:latin typeface="Arial"/>
              <a:cs typeface="Arial"/>
            </a:endParaRPr>
          </a:p>
          <a:p>
            <a:pPr marL="12700">
              <a:lnSpc>
                <a:spcPct val="100000"/>
              </a:lnSpc>
              <a:spcBef>
                <a:spcPts val="695"/>
              </a:spcBef>
            </a:pPr>
            <a:r>
              <a:rPr sz="2800" spc="-5" dirty="0">
                <a:latin typeface="Arial"/>
                <a:cs typeface="Arial"/>
              </a:rPr>
              <a:t>Four principles of ‘scientific</a:t>
            </a:r>
            <a:r>
              <a:rPr sz="2800" spc="25" dirty="0">
                <a:latin typeface="Arial"/>
                <a:cs typeface="Arial"/>
              </a:rPr>
              <a:t> </a:t>
            </a:r>
            <a:r>
              <a:rPr sz="2800" spc="-5" dirty="0">
                <a:latin typeface="Arial"/>
                <a:cs typeface="Arial"/>
              </a:rPr>
              <a:t>management:</a:t>
            </a:r>
            <a:endParaRPr sz="2800" dirty="0">
              <a:latin typeface="Arial"/>
              <a:cs typeface="Arial"/>
            </a:endParaRPr>
          </a:p>
          <a:p>
            <a:pPr marL="335915" marR="310515" indent="-335915" algn="just">
              <a:lnSpc>
                <a:spcPct val="100000"/>
              </a:lnSpc>
              <a:spcBef>
                <a:spcPts val="560"/>
              </a:spcBef>
              <a:buAutoNum type="arabicPeriod"/>
              <a:tabLst>
                <a:tab pos="335915" algn="l"/>
              </a:tabLst>
            </a:pPr>
            <a:r>
              <a:rPr sz="2300" dirty="0">
                <a:latin typeface="Arial"/>
                <a:cs typeface="Arial"/>
              </a:rPr>
              <a:t>Scientifically </a:t>
            </a:r>
            <a:r>
              <a:rPr sz="2300" dirty="0">
                <a:solidFill>
                  <a:srgbClr val="FF0000"/>
                </a:solidFill>
                <a:highlight>
                  <a:srgbClr val="FFFF00"/>
                </a:highlight>
                <a:latin typeface="Arial"/>
                <a:cs typeface="Arial"/>
              </a:rPr>
              <a:t>study</a:t>
            </a:r>
            <a:r>
              <a:rPr sz="2300" dirty="0">
                <a:latin typeface="Arial"/>
                <a:cs typeface="Arial"/>
              </a:rPr>
              <a:t> each part of a job and</a:t>
            </a:r>
            <a:r>
              <a:rPr sz="2300" spc="-204" dirty="0">
                <a:latin typeface="Arial"/>
                <a:cs typeface="Arial"/>
              </a:rPr>
              <a:t> </a:t>
            </a:r>
            <a:r>
              <a:rPr sz="2300" dirty="0">
                <a:solidFill>
                  <a:srgbClr val="FF0000"/>
                </a:solidFill>
                <a:highlight>
                  <a:srgbClr val="FFFF00"/>
                </a:highlight>
                <a:latin typeface="Arial"/>
                <a:cs typeface="Arial"/>
              </a:rPr>
              <a:t>develop</a:t>
            </a:r>
            <a:r>
              <a:rPr sz="2300" dirty="0">
                <a:latin typeface="Arial"/>
                <a:cs typeface="Arial"/>
              </a:rPr>
              <a:t>  “the </a:t>
            </a:r>
            <a:r>
              <a:rPr sz="2300" spc="-5" dirty="0">
                <a:latin typeface="Arial"/>
                <a:cs typeface="Arial"/>
              </a:rPr>
              <a:t>one best </a:t>
            </a:r>
            <a:r>
              <a:rPr sz="2300" dirty="0">
                <a:latin typeface="Arial"/>
                <a:cs typeface="Arial"/>
              </a:rPr>
              <a:t>way” </a:t>
            </a:r>
            <a:r>
              <a:rPr sz="2300" spc="-5" dirty="0">
                <a:latin typeface="Arial"/>
                <a:cs typeface="Arial"/>
              </a:rPr>
              <a:t>of doing</a:t>
            </a:r>
            <a:r>
              <a:rPr sz="2300" spc="-140" dirty="0">
                <a:latin typeface="Arial"/>
                <a:cs typeface="Arial"/>
              </a:rPr>
              <a:t> </a:t>
            </a:r>
            <a:r>
              <a:rPr sz="2300" spc="-5" dirty="0">
                <a:latin typeface="Arial"/>
                <a:cs typeface="Arial"/>
              </a:rPr>
              <a:t>it.</a:t>
            </a:r>
            <a:endParaRPr sz="2300" dirty="0">
              <a:latin typeface="Arial"/>
              <a:cs typeface="Arial"/>
            </a:endParaRPr>
          </a:p>
          <a:p>
            <a:pPr marL="335280" indent="-323215" algn="just">
              <a:lnSpc>
                <a:spcPct val="100000"/>
              </a:lnSpc>
              <a:spcBef>
                <a:spcPts val="550"/>
              </a:spcBef>
              <a:buAutoNum type="arabicPeriod"/>
              <a:tabLst>
                <a:tab pos="335915" algn="l"/>
              </a:tabLst>
            </a:pPr>
            <a:r>
              <a:rPr lang="en-US" sz="2300" dirty="0">
                <a:latin typeface="Arial"/>
                <a:cs typeface="Arial"/>
              </a:rPr>
              <a:t>Scientifically </a:t>
            </a:r>
            <a:r>
              <a:rPr lang="en-US" sz="2300" dirty="0">
                <a:solidFill>
                  <a:srgbClr val="FF0000"/>
                </a:solidFill>
                <a:highlight>
                  <a:srgbClr val="FFFF00"/>
                </a:highlight>
                <a:latin typeface="Arial"/>
                <a:cs typeface="Arial"/>
              </a:rPr>
              <a:t>select and then train</a:t>
            </a:r>
            <a:r>
              <a:rPr lang="en-US" sz="2300" dirty="0">
                <a:latin typeface="Arial"/>
                <a:cs typeface="Arial"/>
              </a:rPr>
              <a:t>, teach, and develop the worker.</a:t>
            </a:r>
          </a:p>
          <a:p>
            <a:pPr marL="335915" marR="572770" indent="-335915" algn="just">
              <a:lnSpc>
                <a:spcPct val="100000"/>
              </a:lnSpc>
              <a:spcBef>
                <a:spcPts val="555"/>
              </a:spcBef>
              <a:buAutoNum type="arabicPeriod"/>
              <a:tabLst>
                <a:tab pos="335915" algn="l"/>
              </a:tabLst>
            </a:pPr>
            <a:r>
              <a:rPr sz="2300" dirty="0">
                <a:solidFill>
                  <a:srgbClr val="FF0000"/>
                </a:solidFill>
                <a:highlight>
                  <a:srgbClr val="FFFF00"/>
                </a:highlight>
                <a:latin typeface="Arial"/>
                <a:cs typeface="Arial"/>
              </a:rPr>
              <a:t>Co-operate</a:t>
            </a:r>
            <a:r>
              <a:rPr sz="2300" dirty="0">
                <a:latin typeface="Arial"/>
                <a:cs typeface="Arial"/>
              </a:rPr>
              <a:t> with workers </a:t>
            </a:r>
            <a:r>
              <a:rPr sz="2300" spc="-5" dirty="0">
                <a:latin typeface="Arial"/>
                <a:cs typeface="Arial"/>
              </a:rPr>
              <a:t>to </a:t>
            </a:r>
            <a:r>
              <a:rPr sz="2300" dirty="0">
                <a:latin typeface="Arial"/>
                <a:cs typeface="Arial"/>
              </a:rPr>
              <a:t>ensure </a:t>
            </a:r>
            <a:r>
              <a:rPr sz="2300" spc="-5" dirty="0">
                <a:latin typeface="Arial"/>
                <a:cs typeface="Arial"/>
              </a:rPr>
              <a:t>they </a:t>
            </a:r>
            <a:r>
              <a:rPr sz="2300" dirty="0">
                <a:latin typeface="Arial"/>
                <a:cs typeface="Arial"/>
              </a:rPr>
              <a:t>use</a:t>
            </a:r>
            <a:r>
              <a:rPr sz="2300" spc="-195" dirty="0">
                <a:latin typeface="Arial"/>
                <a:cs typeface="Arial"/>
              </a:rPr>
              <a:t> </a:t>
            </a:r>
            <a:r>
              <a:rPr sz="2300" dirty="0">
                <a:latin typeface="Arial"/>
                <a:cs typeface="Arial"/>
              </a:rPr>
              <a:t>the  proper</a:t>
            </a:r>
            <a:r>
              <a:rPr sz="2300" spc="-55" dirty="0">
                <a:latin typeface="Arial"/>
                <a:cs typeface="Arial"/>
              </a:rPr>
              <a:t> </a:t>
            </a:r>
            <a:r>
              <a:rPr sz="2300" dirty="0">
                <a:latin typeface="Arial"/>
                <a:cs typeface="Arial"/>
              </a:rPr>
              <a:t>method</a:t>
            </a:r>
            <a:r>
              <a:rPr lang="en-US" sz="2300" dirty="0">
                <a:latin typeface="Arial"/>
                <a:cs typeface="Arial"/>
              </a:rPr>
              <a:t> in accordance with the principles of the science.</a:t>
            </a:r>
            <a:endParaRPr sz="2300" dirty="0">
              <a:latin typeface="Arial"/>
              <a:cs typeface="Arial"/>
            </a:endParaRPr>
          </a:p>
          <a:p>
            <a:pPr marL="335915" marR="5080" indent="-335915" algn="just">
              <a:lnSpc>
                <a:spcPct val="100000"/>
              </a:lnSpc>
              <a:spcBef>
                <a:spcPts val="550"/>
              </a:spcBef>
              <a:buAutoNum type="arabicPeriod"/>
              <a:tabLst>
                <a:tab pos="335915" algn="l"/>
              </a:tabLst>
            </a:pPr>
            <a:r>
              <a:rPr sz="2300" dirty="0">
                <a:solidFill>
                  <a:srgbClr val="FF0000"/>
                </a:solidFill>
                <a:highlight>
                  <a:srgbClr val="FFFF00"/>
                </a:highlight>
                <a:latin typeface="Arial"/>
                <a:cs typeface="Arial"/>
              </a:rPr>
              <a:t>Divide</a:t>
            </a:r>
            <a:r>
              <a:rPr sz="2300" spc="-5" dirty="0">
                <a:latin typeface="Arial"/>
                <a:cs typeface="Arial"/>
              </a:rPr>
              <a:t> </a:t>
            </a:r>
            <a:r>
              <a:rPr sz="2300" dirty="0">
                <a:latin typeface="Arial"/>
                <a:cs typeface="Arial"/>
              </a:rPr>
              <a:t>work and responsibility between </a:t>
            </a:r>
            <a:r>
              <a:rPr sz="2300" spc="-5" dirty="0">
                <a:latin typeface="Arial"/>
                <a:cs typeface="Arial"/>
              </a:rPr>
              <a:t>workers</a:t>
            </a:r>
            <a:r>
              <a:rPr sz="2300" spc="-165" dirty="0">
                <a:latin typeface="Arial"/>
                <a:cs typeface="Arial"/>
              </a:rPr>
              <a:t> </a:t>
            </a:r>
            <a:r>
              <a:rPr sz="2300" dirty="0">
                <a:latin typeface="Arial"/>
                <a:cs typeface="Arial"/>
              </a:rPr>
              <a:t>and  managers.</a:t>
            </a:r>
          </a:p>
        </p:txBody>
      </p:sp>
      <p:sp>
        <p:nvSpPr>
          <p:cNvPr id="6" name="Slide Number Placeholder 5">
            <a:extLst>
              <a:ext uri="{FF2B5EF4-FFF2-40B4-BE49-F238E27FC236}">
                <a16:creationId xmlns:a16="http://schemas.microsoft.com/office/drawing/2014/main" id="{A92F9B49-D02E-4E8B-9CF1-4D0A4A7DD7DE}"/>
              </a:ext>
            </a:extLst>
          </p:cNvPr>
          <p:cNvSpPr>
            <a:spLocks noGrp="1"/>
          </p:cNvSpPr>
          <p:nvPr>
            <p:ph type="sldNum" sz="quarter" idx="12"/>
          </p:nvPr>
        </p:nvSpPr>
        <p:spPr/>
        <p:txBody>
          <a:bodyPr/>
          <a:lstStyle/>
          <a:p>
            <a:pPr marL="12700">
              <a:lnSpc>
                <a:spcPts val="2090"/>
              </a:lnSpc>
            </a:pPr>
            <a:fld id="{81D60167-4931-47E6-BA6A-407CBD079E47}" type="slidenum">
              <a:rPr spc="-5" smtClean="0"/>
              <a:t>8</a:t>
            </a:fld>
            <a:endParaRPr spc="-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31800" y="1143012"/>
            <a:ext cx="8483600" cy="5577809"/>
          </a:xfrm>
          <a:prstGeom prst="rect">
            <a:avLst/>
          </a:prstGeom>
        </p:spPr>
        <p:txBody>
          <a:bodyPr vert="horz" wrap="square" lIns="0" tIns="128905" rIns="0" bIns="0" rtlCol="0">
            <a:spAutoFit/>
          </a:bodyPr>
          <a:lstStyle/>
          <a:p>
            <a:pPr marL="355600" indent="-342900">
              <a:lnSpc>
                <a:spcPct val="100000"/>
              </a:lnSpc>
              <a:spcBef>
                <a:spcPts val="1015"/>
              </a:spcBef>
              <a:buSzPct val="90277"/>
              <a:buChar char="•"/>
              <a:tabLst>
                <a:tab pos="354965" algn="l"/>
                <a:tab pos="355600" algn="l"/>
              </a:tabLst>
            </a:pPr>
            <a:r>
              <a:rPr sz="3600" dirty="0">
                <a:latin typeface="Arial"/>
                <a:cs typeface="Arial"/>
              </a:rPr>
              <a:t>Frank </a:t>
            </a:r>
            <a:r>
              <a:rPr sz="3600" spc="-5" dirty="0">
                <a:latin typeface="Arial"/>
                <a:cs typeface="Arial"/>
              </a:rPr>
              <a:t>and </a:t>
            </a:r>
            <a:r>
              <a:rPr sz="3600" dirty="0">
                <a:latin typeface="Arial"/>
                <a:cs typeface="Arial"/>
              </a:rPr>
              <a:t>Lillian</a:t>
            </a:r>
            <a:r>
              <a:rPr sz="3600" spc="-45" dirty="0">
                <a:latin typeface="Arial"/>
                <a:cs typeface="Arial"/>
              </a:rPr>
              <a:t> </a:t>
            </a:r>
            <a:r>
              <a:rPr sz="3600" spc="-5" dirty="0">
                <a:latin typeface="Arial"/>
                <a:cs typeface="Arial"/>
              </a:rPr>
              <a:t>Gilbreth</a:t>
            </a:r>
            <a:endParaRPr sz="3600" dirty="0">
              <a:latin typeface="Arial"/>
              <a:cs typeface="Arial"/>
            </a:endParaRPr>
          </a:p>
          <a:p>
            <a:pPr marL="927100" lvl="1" indent="-457200">
              <a:spcBef>
                <a:spcPts val="575"/>
              </a:spcBef>
              <a:buSzPct val="79166"/>
              <a:buChar char="–"/>
              <a:tabLst>
                <a:tab pos="926465" algn="l"/>
                <a:tab pos="927100" algn="l"/>
              </a:tabLst>
            </a:pPr>
            <a:r>
              <a:rPr sz="2400" i="1" spc="-5" dirty="0">
                <a:solidFill>
                  <a:srgbClr val="FF0000"/>
                </a:solidFill>
                <a:highlight>
                  <a:srgbClr val="FFFF00"/>
                </a:highlight>
                <a:latin typeface="Arial"/>
                <a:cs typeface="Arial"/>
              </a:rPr>
              <a:t>Time and motion studies</a:t>
            </a:r>
          </a:p>
          <a:p>
            <a:pPr marL="927100" lvl="1" indent="-457200">
              <a:lnSpc>
                <a:spcPct val="100000"/>
              </a:lnSpc>
              <a:spcBef>
                <a:spcPts val="575"/>
              </a:spcBef>
              <a:buSzPct val="79166"/>
              <a:buChar char="–"/>
              <a:tabLst>
                <a:tab pos="926465" algn="l"/>
                <a:tab pos="927100" algn="l"/>
              </a:tabLst>
            </a:pPr>
            <a:r>
              <a:rPr sz="2400" spc="-5" dirty="0">
                <a:latin typeface="Arial"/>
                <a:cs typeface="Arial"/>
              </a:rPr>
              <a:t>Human implications </a:t>
            </a:r>
            <a:r>
              <a:rPr sz="2400" dirty="0">
                <a:latin typeface="Arial"/>
                <a:cs typeface="Arial"/>
              </a:rPr>
              <a:t>of </a:t>
            </a:r>
            <a:r>
              <a:rPr sz="2400" spc="-5" dirty="0">
                <a:latin typeface="Arial"/>
                <a:cs typeface="Arial"/>
              </a:rPr>
              <a:t>Scientific</a:t>
            </a:r>
            <a:r>
              <a:rPr sz="2400" spc="90" dirty="0">
                <a:latin typeface="Arial"/>
                <a:cs typeface="Arial"/>
              </a:rPr>
              <a:t> </a:t>
            </a:r>
            <a:r>
              <a:rPr sz="2400" spc="-5" dirty="0">
                <a:latin typeface="Arial"/>
                <a:cs typeface="Arial"/>
              </a:rPr>
              <a:t>Management</a:t>
            </a:r>
            <a:endParaRPr lang="en-US" sz="2400" dirty="0">
              <a:latin typeface="Arial"/>
              <a:cs typeface="Arial"/>
            </a:endParaRPr>
          </a:p>
          <a:p>
            <a:pPr marL="927100" lvl="1" indent="-457200">
              <a:lnSpc>
                <a:spcPct val="100000"/>
              </a:lnSpc>
              <a:spcBef>
                <a:spcPts val="575"/>
              </a:spcBef>
              <a:buSzPct val="79166"/>
              <a:buChar char="–"/>
              <a:tabLst>
                <a:tab pos="926465" algn="l"/>
                <a:tab pos="927100" algn="l"/>
              </a:tabLst>
            </a:pPr>
            <a:r>
              <a:rPr lang="en-US" sz="2400" spc="-5" dirty="0">
                <a:latin typeface="Arial"/>
                <a:cs typeface="Arial"/>
              </a:rPr>
              <a:t>As parents of 12 children, the Gilbreths ran their household using scientific management principles and techniques.</a:t>
            </a:r>
          </a:p>
          <a:p>
            <a:pPr marL="927100" lvl="1" indent="-457200">
              <a:lnSpc>
                <a:spcPct val="100000"/>
              </a:lnSpc>
              <a:spcBef>
                <a:spcPts val="575"/>
              </a:spcBef>
              <a:buSzPct val="79166"/>
              <a:buChar char="–"/>
              <a:tabLst>
                <a:tab pos="926465" algn="l"/>
                <a:tab pos="927100" algn="l"/>
              </a:tabLst>
            </a:pPr>
            <a:r>
              <a:rPr lang="en-US" sz="2400" i="1" spc="-5" dirty="0">
                <a:solidFill>
                  <a:srgbClr val="FF0000"/>
                </a:solidFill>
                <a:highlight>
                  <a:srgbClr val="FFFF00"/>
                </a:highlight>
                <a:latin typeface="Arial"/>
                <a:cs typeface="Arial"/>
              </a:rPr>
              <a:t>Cheaper by the Dozen</a:t>
            </a:r>
          </a:p>
          <a:p>
            <a:pPr marL="927100" lvl="1" indent="-457200">
              <a:lnSpc>
                <a:spcPct val="100000"/>
              </a:lnSpc>
              <a:spcBef>
                <a:spcPts val="575"/>
              </a:spcBef>
              <a:buSzPct val="79166"/>
              <a:buChar char="–"/>
              <a:tabLst>
                <a:tab pos="926465" algn="l"/>
                <a:tab pos="927100" algn="l"/>
              </a:tabLst>
            </a:pPr>
            <a:r>
              <a:rPr lang="en-US" sz="2400" b="1" i="1" spc="-5" dirty="0">
                <a:latin typeface="Arial"/>
                <a:cs typeface="Arial"/>
              </a:rPr>
              <a:t>Bricklaying experiments</a:t>
            </a:r>
            <a:r>
              <a:rPr lang="en-US" sz="2400" i="1" spc="-5" dirty="0">
                <a:latin typeface="Arial"/>
                <a:cs typeface="Arial"/>
              </a:rPr>
              <a:t>, number of motions in laying exterior brick from 18 to about 5, and in laying interior brick from 18 to 2 --- more productive and less fatigued</a:t>
            </a:r>
          </a:p>
          <a:p>
            <a:pPr marL="927100" lvl="1" indent="-457200">
              <a:spcBef>
                <a:spcPts val="575"/>
              </a:spcBef>
              <a:buSzPct val="79166"/>
              <a:buFontTx/>
              <a:buChar char="–"/>
              <a:tabLst>
                <a:tab pos="926465" algn="l"/>
                <a:tab pos="927100" algn="l"/>
              </a:tabLst>
            </a:pPr>
            <a:r>
              <a:rPr lang="en-US" sz="2400" i="1" spc="-5" dirty="0" err="1">
                <a:latin typeface="Arial"/>
                <a:cs typeface="Arial"/>
              </a:rPr>
              <a:t>Microchronometer</a:t>
            </a:r>
            <a:r>
              <a:rPr lang="en-US" sz="2400" i="1" spc="-5" dirty="0">
                <a:latin typeface="Arial"/>
                <a:cs typeface="Arial"/>
              </a:rPr>
              <a:t>---worker’s hand-and-body motions, devised a classification scheme to label 17 basic hand motions (search, grasp, hold</a:t>
            </a:r>
          </a:p>
        </p:txBody>
      </p:sp>
      <p:sp>
        <p:nvSpPr>
          <p:cNvPr id="6" name="Slide Number Placeholder 5">
            <a:extLst>
              <a:ext uri="{FF2B5EF4-FFF2-40B4-BE49-F238E27FC236}">
                <a16:creationId xmlns:a16="http://schemas.microsoft.com/office/drawing/2014/main" id="{521B41F0-D8D1-414C-92E9-9A9FE5525358}"/>
              </a:ext>
            </a:extLst>
          </p:cNvPr>
          <p:cNvSpPr>
            <a:spLocks noGrp="1"/>
          </p:cNvSpPr>
          <p:nvPr>
            <p:ph type="sldNum" sz="quarter" idx="12"/>
          </p:nvPr>
        </p:nvSpPr>
        <p:spPr/>
        <p:txBody>
          <a:bodyPr/>
          <a:lstStyle/>
          <a:p>
            <a:pPr marL="12700">
              <a:lnSpc>
                <a:spcPts val="2090"/>
              </a:lnSpc>
            </a:pPr>
            <a:fld id="{81D60167-4931-47E6-BA6A-407CBD079E47}" type="slidenum">
              <a:rPr spc="-5" smtClean="0"/>
              <a:t>9</a:t>
            </a:fld>
            <a:endParaRPr spc="-5" dirty="0"/>
          </a:p>
        </p:txBody>
      </p:sp>
      <p:sp>
        <p:nvSpPr>
          <p:cNvPr id="9" name="object 2">
            <a:extLst>
              <a:ext uri="{FF2B5EF4-FFF2-40B4-BE49-F238E27FC236}">
                <a16:creationId xmlns:a16="http://schemas.microsoft.com/office/drawing/2014/main" id="{F09E0DBD-9A22-42E9-A9B3-51618B711B0C}"/>
              </a:ext>
            </a:extLst>
          </p:cNvPr>
          <p:cNvSpPr txBox="1">
            <a:spLocks noGrp="1"/>
          </p:cNvSpPr>
          <p:nvPr>
            <p:ph type="title"/>
          </p:nvPr>
        </p:nvSpPr>
        <p:spPr>
          <a:xfrm>
            <a:off x="484188" y="452438"/>
            <a:ext cx="7056437" cy="690574"/>
          </a:xfrm>
          <a:prstGeom prst="rect">
            <a:avLst/>
          </a:prstGeom>
        </p:spPr>
        <p:txBody>
          <a:bodyPr vert="horz" wrap="square" lIns="0" tIns="13335" rIns="0" bIns="0" rtlCol="0">
            <a:spAutoFit/>
          </a:bodyPr>
          <a:lstStyle/>
          <a:p>
            <a:pPr marL="12700">
              <a:lnSpc>
                <a:spcPct val="100000"/>
              </a:lnSpc>
              <a:spcBef>
                <a:spcPts val="105"/>
              </a:spcBef>
            </a:pPr>
            <a:r>
              <a:rPr lang="en-US" sz="4400" dirty="0"/>
              <a:t>Scientific</a:t>
            </a:r>
            <a:r>
              <a:rPr lang="en-US" sz="4400" spc="-70" dirty="0"/>
              <a:t> </a:t>
            </a:r>
            <a:r>
              <a:rPr lang="en-US" sz="4400" dirty="0"/>
              <a:t>Management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295400" y="488748"/>
            <a:ext cx="6157468" cy="574675"/>
          </a:xfrm>
          <a:prstGeom prst="rect">
            <a:avLst/>
          </a:prstGeom>
        </p:spPr>
        <p:txBody>
          <a:bodyPr vert="horz" wrap="square" lIns="0" tIns="12700" rIns="0" bIns="0" rtlCol="0">
            <a:spAutoFit/>
          </a:bodyPr>
          <a:lstStyle/>
          <a:p>
            <a:pPr marL="45720">
              <a:lnSpc>
                <a:spcPct val="100000"/>
              </a:lnSpc>
              <a:spcBef>
                <a:spcPts val="100"/>
              </a:spcBef>
            </a:pPr>
            <a:r>
              <a:rPr spc="-5" dirty="0"/>
              <a:t>Administrative</a:t>
            </a:r>
            <a:r>
              <a:rPr spc="15" dirty="0"/>
              <a:t> </a:t>
            </a:r>
            <a:r>
              <a:rPr spc="-5" dirty="0"/>
              <a:t>Management</a:t>
            </a:r>
          </a:p>
        </p:txBody>
      </p:sp>
      <p:sp>
        <p:nvSpPr>
          <p:cNvPr id="3" name="object 3"/>
          <p:cNvSpPr txBox="1"/>
          <p:nvPr/>
        </p:nvSpPr>
        <p:spPr>
          <a:xfrm>
            <a:off x="1112266" y="1757045"/>
            <a:ext cx="6654165" cy="1674817"/>
          </a:xfrm>
          <a:prstGeom prst="rect">
            <a:avLst/>
          </a:prstGeom>
        </p:spPr>
        <p:txBody>
          <a:bodyPr vert="horz" wrap="square" lIns="0" tIns="12700" rIns="0" bIns="0" rtlCol="0">
            <a:spAutoFit/>
          </a:bodyPr>
          <a:lstStyle/>
          <a:p>
            <a:pPr marL="102235" marR="5080" indent="-90170" algn="ctr">
              <a:lnSpc>
                <a:spcPct val="100000"/>
              </a:lnSpc>
              <a:spcBef>
                <a:spcPts val="100"/>
              </a:spcBef>
            </a:pPr>
            <a:r>
              <a:rPr sz="3600" spc="-5" dirty="0">
                <a:latin typeface="Arial"/>
                <a:cs typeface="Arial"/>
              </a:rPr>
              <a:t>‘Approach focused on </a:t>
            </a:r>
            <a:r>
              <a:rPr sz="3600" dirty="0">
                <a:latin typeface="Arial"/>
                <a:cs typeface="Arial"/>
              </a:rPr>
              <a:t>principles  for managers to </a:t>
            </a:r>
            <a:r>
              <a:rPr sz="3600" spc="-5" dirty="0">
                <a:latin typeface="Arial"/>
                <a:cs typeface="Arial"/>
              </a:rPr>
              <a:t>co-ordinate  organisations’ internal</a:t>
            </a:r>
            <a:r>
              <a:rPr sz="3600" spc="-195" dirty="0">
                <a:latin typeface="Arial"/>
                <a:cs typeface="Arial"/>
              </a:rPr>
              <a:t> </a:t>
            </a:r>
            <a:r>
              <a:rPr sz="3600" spc="-5" dirty="0">
                <a:latin typeface="Arial"/>
                <a:cs typeface="Arial"/>
              </a:rPr>
              <a:t>activities.’</a:t>
            </a:r>
            <a:endParaRPr sz="3600" dirty="0">
              <a:latin typeface="Arial"/>
              <a:cs typeface="Arial"/>
            </a:endParaRPr>
          </a:p>
        </p:txBody>
      </p:sp>
      <p:sp>
        <p:nvSpPr>
          <p:cNvPr id="6" name="Slide Number Placeholder 5">
            <a:extLst>
              <a:ext uri="{FF2B5EF4-FFF2-40B4-BE49-F238E27FC236}">
                <a16:creationId xmlns:a16="http://schemas.microsoft.com/office/drawing/2014/main" id="{435308A9-6C91-4889-897C-F373324BACC1}"/>
              </a:ext>
            </a:extLst>
          </p:cNvPr>
          <p:cNvSpPr>
            <a:spLocks noGrp="1"/>
          </p:cNvSpPr>
          <p:nvPr>
            <p:ph type="sldNum" sz="quarter" idx="7"/>
          </p:nvPr>
        </p:nvSpPr>
        <p:spPr/>
        <p:txBody>
          <a:bodyPr/>
          <a:lstStyle/>
          <a:p>
            <a:pPr marL="12700">
              <a:lnSpc>
                <a:spcPts val="2090"/>
              </a:lnSpc>
            </a:pPr>
            <a:fld id="{81D60167-4931-47E6-BA6A-407CBD079E47}" type="slidenum">
              <a:rPr spc="-5" smtClean="0"/>
              <a:t>10</a:t>
            </a:fld>
            <a:endParaRPr spc="-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407" y="219591"/>
            <a:ext cx="7117334" cy="628377"/>
          </a:xfrm>
          <a:prstGeom prst="rect">
            <a:avLst/>
          </a:prstGeom>
        </p:spPr>
        <p:txBody>
          <a:bodyPr vert="horz" wrap="square" lIns="0" tIns="12700" rIns="0" bIns="0" rtlCol="0">
            <a:spAutoFit/>
          </a:bodyPr>
          <a:lstStyle/>
          <a:p>
            <a:pPr marL="12700">
              <a:lnSpc>
                <a:spcPct val="100000"/>
              </a:lnSpc>
              <a:spcBef>
                <a:spcPts val="100"/>
              </a:spcBef>
            </a:pPr>
            <a:r>
              <a:rPr sz="4000" spc="-5" dirty="0"/>
              <a:t>Administrative</a:t>
            </a:r>
            <a:r>
              <a:rPr sz="4000" spc="15" dirty="0"/>
              <a:t> </a:t>
            </a:r>
            <a:r>
              <a:rPr sz="4000" spc="-5" dirty="0"/>
              <a:t>Management</a:t>
            </a:r>
          </a:p>
        </p:txBody>
      </p:sp>
      <p:sp>
        <p:nvSpPr>
          <p:cNvPr id="3" name="object 3"/>
          <p:cNvSpPr txBox="1"/>
          <p:nvPr/>
        </p:nvSpPr>
        <p:spPr>
          <a:xfrm>
            <a:off x="2971800" y="3284220"/>
            <a:ext cx="3429000" cy="768800"/>
          </a:xfrm>
          <a:prstGeom prst="rect">
            <a:avLst/>
          </a:prstGeom>
          <a:solidFill>
            <a:srgbClr val="CCEBFF"/>
          </a:solidFill>
          <a:ln w="12192">
            <a:solidFill>
              <a:srgbClr val="3399FF"/>
            </a:solidFill>
          </a:ln>
        </p:spPr>
        <p:txBody>
          <a:bodyPr vert="horz" wrap="square" lIns="0" tIns="29845" rIns="0" bIns="0" rtlCol="0">
            <a:spAutoFit/>
          </a:bodyPr>
          <a:lstStyle/>
          <a:p>
            <a:pPr marL="156210">
              <a:lnSpc>
                <a:spcPct val="100000"/>
              </a:lnSpc>
              <a:spcBef>
                <a:spcPts val="235"/>
              </a:spcBef>
            </a:pPr>
            <a:r>
              <a:rPr sz="4800" spc="-5" dirty="0">
                <a:solidFill>
                  <a:srgbClr val="FF0000"/>
                </a:solidFill>
                <a:latin typeface="Arial"/>
                <a:cs typeface="Arial"/>
              </a:rPr>
              <a:t>Henri</a:t>
            </a:r>
            <a:r>
              <a:rPr sz="4800" spc="-30" dirty="0">
                <a:solidFill>
                  <a:srgbClr val="FF0000"/>
                </a:solidFill>
                <a:latin typeface="Arial"/>
                <a:cs typeface="Arial"/>
              </a:rPr>
              <a:t> </a:t>
            </a:r>
            <a:r>
              <a:rPr sz="4800" spc="-5" dirty="0">
                <a:solidFill>
                  <a:srgbClr val="FF0000"/>
                </a:solidFill>
                <a:latin typeface="Arial"/>
                <a:cs typeface="Arial"/>
              </a:rPr>
              <a:t>Fayol</a:t>
            </a:r>
            <a:endParaRPr sz="4800" dirty="0">
              <a:solidFill>
                <a:srgbClr val="FF0000"/>
              </a:solidFill>
              <a:latin typeface="Arial"/>
              <a:cs typeface="Arial"/>
            </a:endParaRPr>
          </a:p>
        </p:txBody>
      </p:sp>
      <p:sp>
        <p:nvSpPr>
          <p:cNvPr id="4" name="object 4"/>
          <p:cNvSpPr/>
          <p:nvPr/>
        </p:nvSpPr>
        <p:spPr>
          <a:xfrm>
            <a:off x="5291073" y="4128389"/>
            <a:ext cx="576580" cy="742315"/>
          </a:xfrm>
          <a:custGeom>
            <a:avLst/>
            <a:gdLst/>
            <a:ahLst/>
            <a:cxnLst/>
            <a:rect l="l" t="t" r="r" b="b"/>
            <a:pathLst>
              <a:path w="576579" h="742314">
                <a:moveTo>
                  <a:pt x="576326" y="742188"/>
                </a:moveTo>
                <a:lnTo>
                  <a:pt x="206375" y="742188"/>
                </a:lnTo>
                <a:lnTo>
                  <a:pt x="0" y="0"/>
                </a:lnTo>
              </a:path>
            </a:pathLst>
          </a:custGeom>
          <a:ln w="12192">
            <a:solidFill>
              <a:srgbClr val="000000"/>
            </a:solidFill>
          </a:ln>
        </p:spPr>
        <p:txBody>
          <a:bodyPr wrap="square" lIns="0" tIns="0" rIns="0" bIns="0" rtlCol="0"/>
          <a:lstStyle/>
          <a:p>
            <a:endParaRPr/>
          </a:p>
        </p:txBody>
      </p:sp>
      <p:sp>
        <p:nvSpPr>
          <p:cNvPr id="5" name="object 5"/>
          <p:cNvSpPr txBox="1"/>
          <p:nvPr/>
        </p:nvSpPr>
        <p:spPr>
          <a:xfrm>
            <a:off x="5943600" y="4756403"/>
            <a:ext cx="2819400" cy="469900"/>
          </a:xfrm>
          <a:prstGeom prst="rect">
            <a:avLst/>
          </a:prstGeom>
          <a:solidFill>
            <a:srgbClr val="CCEBFF"/>
          </a:solidFill>
          <a:ln w="12192">
            <a:solidFill>
              <a:srgbClr val="000000"/>
            </a:solidFill>
          </a:ln>
        </p:spPr>
        <p:txBody>
          <a:bodyPr vert="horz" wrap="square" lIns="0" tIns="38735" rIns="0" bIns="0" rtlCol="0">
            <a:spAutoFit/>
          </a:bodyPr>
          <a:lstStyle/>
          <a:p>
            <a:pPr marL="92075">
              <a:lnSpc>
                <a:spcPct val="100000"/>
              </a:lnSpc>
              <a:spcBef>
                <a:spcPts val="305"/>
              </a:spcBef>
            </a:pPr>
            <a:r>
              <a:rPr sz="2400" b="1" spc="-5" dirty="0">
                <a:solidFill>
                  <a:srgbClr val="0000FF"/>
                </a:solidFill>
                <a:latin typeface="Arial"/>
                <a:cs typeface="Arial"/>
              </a:rPr>
              <a:t>Co-ordinating</a:t>
            </a:r>
            <a:endParaRPr sz="2400">
              <a:latin typeface="Arial"/>
              <a:cs typeface="Arial"/>
            </a:endParaRPr>
          </a:p>
        </p:txBody>
      </p:sp>
      <p:sp>
        <p:nvSpPr>
          <p:cNvPr id="6" name="object 6"/>
          <p:cNvSpPr/>
          <p:nvPr/>
        </p:nvSpPr>
        <p:spPr>
          <a:xfrm>
            <a:off x="5605398" y="2412745"/>
            <a:ext cx="719455" cy="875030"/>
          </a:xfrm>
          <a:custGeom>
            <a:avLst/>
            <a:gdLst/>
            <a:ahLst/>
            <a:cxnLst/>
            <a:rect l="l" t="t" r="r" b="b"/>
            <a:pathLst>
              <a:path w="719454" h="875029">
                <a:moveTo>
                  <a:pt x="719201" y="0"/>
                </a:moveTo>
                <a:lnTo>
                  <a:pt x="63626" y="0"/>
                </a:lnTo>
                <a:lnTo>
                  <a:pt x="0" y="875029"/>
                </a:lnTo>
              </a:path>
            </a:pathLst>
          </a:custGeom>
          <a:ln w="12192">
            <a:solidFill>
              <a:srgbClr val="000000"/>
            </a:solidFill>
          </a:ln>
        </p:spPr>
        <p:txBody>
          <a:bodyPr wrap="square" lIns="0" tIns="0" rIns="0" bIns="0" rtlCol="0"/>
          <a:lstStyle/>
          <a:p>
            <a:endParaRPr/>
          </a:p>
        </p:txBody>
      </p:sp>
      <p:sp>
        <p:nvSpPr>
          <p:cNvPr id="7" name="object 7"/>
          <p:cNvSpPr txBox="1"/>
          <p:nvPr/>
        </p:nvSpPr>
        <p:spPr>
          <a:xfrm>
            <a:off x="6400800" y="2298192"/>
            <a:ext cx="2514600" cy="471170"/>
          </a:xfrm>
          <a:prstGeom prst="rect">
            <a:avLst/>
          </a:prstGeom>
          <a:solidFill>
            <a:srgbClr val="CCEBFF"/>
          </a:solidFill>
          <a:ln w="12192">
            <a:solidFill>
              <a:srgbClr val="000000"/>
            </a:solidFill>
          </a:ln>
        </p:spPr>
        <p:txBody>
          <a:bodyPr vert="horz" wrap="square" lIns="0" tIns="38735" rIns="0" bIns="0" rtlCol="0">
            <a:spAutoFit/>
          </a:bodyPr>
          <a:lstStyle/>
          <a:p>
            <a:pPr marL="92075">
              <a:lnSpc>
                <a:spcPct val="100000"/>
              </a:lnSpc>
              <a:spcBef>
                <a:spcPts val="305"/>
              </a:spcBef>
            </a:pPr>
            <a:r>
              <a:rPr sz="2400" b="1" spc="-5" dirty="0">
                <a:solidFill>
                  <a:srgbClr val="0000FF"/>
                </a:solidFill>
                <a:latin typeface="Arial"/>
                <a:cs typeface="Arial"/>
              </a:rPr>
              <a:t>Commanding</a:t>
            </a:r>
            <a:endParaRPr sz="2400">
              <a:latin typeface="Arial"/>
              <a:cs typeface="Arial"/>
            </a:endParaRPr>
          </a:p>
        </p:txBody>
      </p:sp>
      <p:sp>
        <p:nvSpPr>
          <p:cNvPr id="8" name="object 8"/>
          <p:cNvSpPr/>
          <p:nvPr/>
        </p:nvSpPr>
        <p:spPr>
          <a:xfrm>
            <a:off x="3486911" y="4121022"/>
            <a:ext cx="614680" cy="800735"/>
          </a:xfrm>
          <a:custGeom>
            <a:avLst/>
            <a:gdLst/>
            <a:ahLst/>
            <a:cxnLst/>
            <a:rect l="l" t="t" r="r" b="b"/>
            <a:pathLst>
              <a:path w="614679" h="800735">
                <a:moveTo>
                  <a:pt x="0" y="800226"/>
                </a:moveTo>
                <a:lnTo>
                  <a:pt x="171450" y="800226"/>
                </a:lnTo>
                <a:lnTo>
                  <a:pt x="614426" y="0"/>
                </a:lnTo>
              </a:path>
            </a:pathLst>
          </a:custGeom>
          <a:ln w="12192">
            <a:solidFill>
              <a:srgbClr val="000000"/>
            </a:solidFill>
          </a:ln>
        </p:spPr>
        <p:txBody>
          <a:bodyPr wrap="square" lIns="0" tIns="0" rIns="0" bIns="0" rtlCol="0"/>
          <a:lstStyle/>
          <a:p>
            <a:endParaRPr/>
          </a:p>
        </p:txBody>
      </p:sp>
      <p:sp>
        <p:nvSpPr>
          <p:cNvPr id="9" name="object 9"/>
          <p:cNvSpPr txBox="1"/>
          <p:nvPr/>
        </p:nvSpPr>
        <p:spPr>
          <a:xfrm>
            <a:off x="1394460" y="4806696"/>
            <a:ext cx="2016760" cy="471170"/>
          </a:xfrm>
          <a:prstGeom prst="rect">
            <a:avLst/>
          </a:prstGeom>
          <a:solidFill>
            <a:srgbClr val="CCEBFF"/>
          </a:solidFill>
          <a:ln w="12192">
            <a:solidFill>
              <a:srgbClr val="000000"/>
            </a:solidFill>
          </a:ln>
        </p:spPr>
        <p:txBody>
          <a:bodyPr vert="horz" wrap="square" lIns="0" tIns="39370" rIns="0" bIns="0" rtlCol="0">
            <a:spAutoFit/>
          </a:bodyPr>
          <a:lstStyle/>
          <a:p>
            <a:pPr marL="90805">
              <a:lnSpc>
                <a:spcPct val="100000"/>
              </a:lnSpc>
              <a:spcBef>
                <a:spcPts val="310"/>
              </a:spcBef>
            </a:pPr>
            <a:r>
              <a:rPr sz="2400" b="1" spc="-5" dirty="0">
                <a:solidFill>
                  <a:srgbClr val="0000FF"/>
                </a:solidFill>
                <a:latin typeface="Arial"/>
                <a:cs typeface="Arial"/>
              </a:rPr>
              <a:t>Controlling</a:t>
            </a:r>
            <a:endParaRPr sz="2400">
              <a:latin typeface="Arial"/>
              <a:cs typeface="Arial"/>
            </a:endParaRPr>
          </a:p>
        </p:txBody>
      </p:sp>
      <p:sp>
        <p:nvSpPr>
          <p:cNvPr id="10" name="object 10"/>
          <p:cNvSpPr/>
          <p:nvPr/>
        </p:nvSpPr>
        <p:spPr>
          <a:xfrm>
            <a:off x="3063239" y="2412745"/>
            <a:ext cx="314325" cy="864235"/>
          </a:xfrm>
          <a:custGeom>
            <a:avLst/>
            <a:gdLst/>
            <a:ahLst/>
            <a:cxnLst/>
            <a:rect l="l" t="t" r="r" b="b"/>
            <a:pathLst>
              <a:path w="314325" h="864235">
                <a:moveTo>
                  <a:pt x="0" y="0"/>
                </a:moveTo>
                <a:lnTo>
                  <a:pt x="153797" y="0"/>
                </a:lnTo>
                <a:lnTo>
                  <a:pt x="314071" y="863853"/>
                </a:lnTo>
              </a:path>
            </a:pathLst>
          </a:custGeom>
          <a:ln w="12192">
            <a:solidFill>
              <a:srgbClr val="000000"/>
            </a:solidFill>
          </a:ln>
        </p:spPr>
        <p:txBody>
          <a:bodyPr wrap="square" lIns="0" tIns="0" rIns="0" bIns="0" rtlCol="0"/>
          <a:lstStyle/>
          <a:p>
            <a:endParaRPr/>
          </a:p>
        </p:txBody>
      </p:sp>
      <p:sp>
        <p:nvSpPr>
          <p:cNvPr id="11" name="object 11"/>
          <p:cNvSpPr txBox="1"/>
          <p:nvPr/>
        </p:nvSpPr>
        <p:spPr>
          <a:xfrm>
            <a:off x="1403603" y="2298192"/>
            <a:ext cx="1583690" cy="471170"/>
          </a:xfrm>
          <a:prstGeom prst="rect">
            <a:avLst/>
          </a:prstGeom>
          <a:solidFill>
            <a:srgbClr val="CCEBFF"/>
          </a:solidFill>
          <a:ln w="12191">
            <a:solidFill>
              <a:srgbClr val="000000"/>
            </a:solidFill>
          </a:ln>
        </p:spPr>
        <p:txBody>
          <a:bodyPr vert="horz" wrap="square" lIns="0" tIns="38735" rIns="0" bIns="0" rtlCol="0">
            <a:spAutoFit/>
          </a:bodyPr>
          <a:lstStyle/>
          <a:p>
            <a:pPr marL="91440">
              <a:lnSpc>
                <a:spcPct val="100000"/>
              </a:lnSpc>
              <a:spcBef>
                <a:spcPts val="305"/>
              </a:spcBef>
            </a:pPr>
            <a:r>
              <a:rPr sz="2400" b="1" spc="-5" dirty="0">
                <a:solidFill>
                  <a:srgbClr val="0000FF"/>
                </a:solidFill>
                <a:latin typeface="Arial"/>
                <a:cs typeface="Arial"/>
              </a:rPr>
              <a:t>Planning</a:t>
            </a:r>
            <a:endParaRPr sz="2400">
              <a:latin typeface="Arial"/>
              <a:cs typeface="Arial"/>
            </a:endParaRPr>
          </a:p>
        </p:txBody>
      </p:sp>
      <p:sp>
        <p:nvSpPr>
          <p:cNvPr id="12" name="object 12"/>
          <p:cNvSpPr/>
          <p:nvPr/>
        </p:nvSpPr>
        <p:spPr>
          <a:xfrm>
            <a:off x="4029074" y="1367155"/>
            <a:ext cx="314325" cy="1909825"/>
          </a:xfrm>
          <a:custGeom>
            <a:avLst/>
            <a:gdLst/>
            <a:ahLst/>
            <a:cxnLst/>
            <a:rect l="l" t="t" r="r" b="b"/>
            <a:pathLst>
              <a:path w="317500" h="1985645">
                <a:moveTo>
                  <a:pt x="317500" y="0"/>
                </a:moveTo>
                <a:lnTo>
                  <a:pt x="49275" y="0"/>
                </a:lnTo>
                <a:lnTo>
                  <a:pt x="0" y="1985390"/>
                </a:lnTo>
              </a:path>
            </a:pathLst>
          </a:custGeom>
          <a:ln w="12192">
            <a:solidFill>
              <a:srgbClr val="000000"/>
            </a:solidFill>
          </a:ln>
        </p:spPr>
        <p:txBody>
          <a:bodyPr wrap="square" lIns="0" tIns="0" rIns="0" bIns="0" rtlCol="0"/>
          <a:lstStyle/>
          <a:p>
            <a:endParaRPr/>
          </a:p>
        </p:txBody>
      </p:sp>
      <p:sp>
        <p:nvSpPr>
          <p:cNvPr id="13" name="object 13"/>
          <p:cNvSpPr txBox="1"/>
          <p:nvPr/>
        </p:nvSpPr>
        <p:spPr>
          <a:xfrm>
            <a:off x="4267200" y="1182624"/>
            <a:ext cx="2590800" cy="469900"/>
          </a:xfrm>
          <a:prstGeom prst="rect">
            <a:avLst/>
          </a:prstGeom>
          <a:solidFill>
            <a:srgbClr val="CCEBFF"/>
          </a:solidFill>
          <a:ln w="12192">
            <a:solidFill>
              <a:srgbClr val="000000"/>
            </a:solidFill>
          </a:ln>
        </p:spPr>
        <p:txBody>
          <a:bodyPr vert="horz" wrap="square" lIns="0" tIns="38100" rIns="0" bIns="0" rtlCol="0">
            <a:spAutoFit/>
          </a:bodyPr>
          <a:lstStyle/>
          <a:p>
            <a:pPr marL="92075">
              <a:lnSpc>
                <a:spcPct val="100000"/>
              </a:lnSpc>
              <a:spcBef>
                <a:spcPts val="300"/>
              </a:spcBef>
            </a:pPr>
            <a:r>
              <a:rPr sz="2400" b="1" dirty="0">
                <a:solidFill>
                  <a:srgbClr val="0000FF"/>
                </a:solidFill>
                <a:latin typeface="Arial"/>
                <a:cs typeface="Arial"/>
              </a:rPr>
              <a:t>Organising</a:t>
            </a:r>
            <a:endParaRPr sz="2400" dirty="0">
              <a:latin typeface="Arial"/>
              <a:cs typeface="Arial"/>
            </a:endParaRPr>
          </a:p>
        </p:txBody>
      </p:sp>
      <p:sp>
        <p:nvSpPr>
          <p:cNvPr id="16" name="Slide Number Placeholder 15">
            <a:extLst>
              <a:ext uri="{FF2B5EF4-FFF2-40B4-BE49-F238E27FC236}">
                <a16:creationId xmlns:a16="http://schemas.microsoft.com/office/drawing/2014/main" id="{4D469A2F-AF99-4A52-B365-59C4AD73AE49}"/>
              </a:ext>
            </a:extLst>
          </p:cNvPr>
          <p:cNvSpPr>
            <a:spLocks noGrp="1"/>
          </p:cNvSpPr>
          <p:nvPr>
            <p:ph type="sldNum" sz="quarter" idx="12"/>
          </p:nvPr>
        </p:nvSpPr>
        <p:spPr/>
        <p:txBody>
          <a:bodyPr/>
          <a:lstStyle/>
          <a:p>
            <a:pPr marL="12700">
              <a:lnSpc>
                <a:spcPts val="2090"/>
              </a:lnSpc>
            </a:pPr>
            <a:fld id="{81D60167-4931-47E6-BA6A-407CBD079E47}" type="slidenum">
              <a:rPr spc="-5" smtClean="0"/>
              <a:t>11</a:t>
            </a:fld>
            <a:endParaRPr spc="-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361645"/>
            <a:ext cx="7193534" cy="628377"/>
          </a:xfrm>
          <a:prstGeom prst="rect">
            <a:avLst/>
          </a:prstGeom>
        </p:spPr>
        <p:txBody>
          <a:bodyPr vert="horz" wrap="square" lIns="0" tIns="12700" rIns="0" bIns="0" rtlCol="0">
            <a:spAutoFit/>
          </a:bodyPr>
          <a:lstStyle/>
          <a:p>
            <a:pPr marL="12700">
              <a:lnSpc>
                <a:spcPct val="100000"/>
              </a:lnSpc>
              <a:spcBef>
                <a:spcPts val="100"/>
              </a:spcBef>
            </a:pPr>
            <a:r>
              <a:rPr sz="4000" spc="-5" dirty="0"/>
              <a:t>Administrative</a:t>
            </a:r>
            <a:r>
              <a:rPr sz="4000" spc="15" dirty="0"/>
              <a:t> </a:t>
            </a:r>
            <a:r>
              <a:rPr sz="4000" spc="-5" dirty="0"/>
              <a:t>Management</a:t>
            </a:r>
          </a:p>
        </p:txBody>
      </p:sp>
      <p:sp>
        <p:nvSpPr>
          <p:cNvPr id="3" name="object 3"/>
          <p:cNvSpPr txBox="1"/>
          <p:nvPr/>
        </p:nvSpPr>
        <p:spPr>
          <a:xfrm>
            <a:off x="457201" y="1447800"/>
            <a:ext cx="7574532" cy="3802964"/>
          </a:xfrm>
          <a:prstGeom prst="rect">
            <a:avLst/>
          </a:prstGeom>
        </p:spPr>
        <p:txBody>
          <a:bodyPr vert="horz" wrap="square" lIns="0" tIns="67945" rIns="0" bIns="0" rtlCol="0">
            <a:spAutoFit/>
          </a:bodyPr>
          <a:lstStyle/>
          <a:p>
            <a:pPr marL="354965" marR="5080" indent="-5080">
              <a:lnSpc>
                <a:spcPts val="3460"/>
              </a:lnSpc>
              <a:spcBef>
                <a:spcPts val="535"/>
              </a:spcBef>
            </a:pPr>
            <a:r>
              <a:rPr sz="2800" b="1" spc="-5" dirty="0">
                <a:latin typeface="Arial"/>
                <a:cs typeface="Arial"/>
              </a:rPr>
              <a:t>Henri </a:t>
            </a:r>
            <a:r>
              <a:rPr sz="2800" b="1" spc="-20" dirty="0">
                <a:latin typeface="Arial"/>
                <a:cs typeface="Arial"/>
              </a:rPr>
              <a:t>Fayol’s </a:t>
            </a:r>
            <a:r>
              <a:rPr sz="2800" b="1" spc="-5" dirty="0">
                <a:latin typeface="Arial"/>
                <a:cs typeface="Arial"/>
              </a:rPr>
              <a:t>‘Principles</a:t>
            </a:r>
            <a:r>
              <a:rPr sz="2800" b="1" spc="-65" dirty="0">
                <a:latin typeface="Arial"/>
                <a:cs typeface="Arial"/>
              </a:rPr>
              <a:t> </a:t>
            </a:r>
            <a:r>
              <a:rPr sz="2800" b="1" dirty="0">
                <a:latin typeface="Arial"/>
                <a:cs typeface="Arial"/>
              </a:rPr>
              <a:t>of  </a:t>
            </a:r>
            <a:r>
              <a:rPr sz="2800" b="1" spc="-5" dirty="0">
                <a:latin typeface="Arial"/>
                <a:cs typeface="Arial"/>
              </a:rPr>
              <a:t>Management’</a:t>
            </a:r>
            <a:endParaRPr sz="2800" b="1" dirty="0">
              <a:latin typeface="Arial"/>
              <a:cs typeface="Arial"/>
            </a:endParaRPr>
          </a:p>
          <a:p>
            <a:pPr marL="355600" indent="-342900">
              <a:lnSpc>
                <a:spcPct val="100000"/>
              </a:lnSpc>
              <a:spcBef>
                <a:spcPts val="300"/>
              </a:spcBef>
              <a:buSzPct val="89285"/>
              <a:buChar char="•"/>
              <a:tabLst>
                <a:tab pos="354965" algn="l"/>
                <a:tab pos="355600" algn="l"/>
              </a:tabLst>
            </a:pPr>
            <a:r>
              <a:rPr sz="2800" spc="-5" dirty="0">
                <a:latin typeface="Arial"/>
                <a:cs typeface="Arial"/>
              </a:rPr>
              <a:t>Division of</a:t>
            </a:r>
            <a:r>
              <a:rPr sz="2800" spc="10" dirty="0">
                <a:latin typeface="Arial"/>
                <a:cs typeface="Arial"/>
              </a:rPr>
              <a:t> </a:t>
            </a:r>
            <a:r>
              <a:rPr sz="2800" spc="-5" dirty="0">
                <a:latin typeface="Arial"/>
                <a:cs typeface="Arial"/>
              </a:rPr>
              <a:t>work</a:t>
            </a:r>
            <a:endParaRPr sz="2800" dirty="0">
              <a:latin typeface="Arial"/>
              <a:cs typeface="Arial"/>
            </a:endParaRPr>
          </a:p>
          <a:p>
            <a:pPr marL="355600" indent="-342900">
              <a:lnSpc>
                <a:spcPct val="100000"/>
              </a:lnSpc>
              <a:spcBef>
                <a:spcPts val="335"/>
              </a:spcBef>
              <a:buSzPct val="89285"/>
              <a:buChar char="•"/>
              <a:tabLst>
                <a:tab pos="354965" algn="l"/>
                <a:tab pos="355600" algn="l"/>
              </a:tabLst>
            </a:pPr>
            <a:r>
              <a:rPr sz="2800" spc="-5" dirty="0">
                <a:latin typeface="Arial"/>
                <a:cs typeface="Arial"/>
              </a:rPr>
              <a:t>Authority</a:t>
            </a:r>
            <a:endParaRPr sz="2800" dirty="0">
              <a:latin typeface="Arial"/>
              <a:cs typeface="Arial"/>
            </a:endParaRPr>
          </a:p>
          <a:p>
            <a:pPr marL="355600" indent="-342900">
              <a:lnSpc>
                <a:spcPct val="100000"/>
              </a:lnSpc>
              <a:spcBef>
                <a:spcPts val="335"/>
              </a:spcBef>
              <a:buSzPct val="89285"/>
              <a:buChar char="•"/>
              <a:tabLst>
                <a:tab pos="354965" algn="l"/>
                <a:tab pos="355600" algn="l"/>
              </a:tabLst>
            </a:pPr>
            <a:r>
              <a:rPr sz="2800" dirty="0">
                <a:latin typeface="Arial"/>
                <a:cs typeface="Arial"/>
              </a:rPr>
              <a:t>Discipline</a:t>
            </a:r>
          </a:p>
          <a:p>
            <a:pPr marL="355600" indent="-342900">
              <a:lnSpc>
                <a:spcPct val="100000"/>
              </a:lnSpc>
              <a:spcBef>
                <a:spcPts val="340"/>
              </a:spcBef>
              <a:buSzPct val="89285"/>
              <a:buChar char="•"/>
              <a:tabLst>
                <a:tab pos="354965" algn="l"/>
                <a:tab pos="355600" algn="l"/>
              </a:tabLst>
            </a:pPr>
            <a:r>
              <a:rPr sz="2800" spc="-5" dirty="0">
                <a:latin typeface="Arial"/>
                <a:cs typeface="Arial"/>
              </a:rPr>
              <a:t>Unity of</a:t>
            </a:r>
            <a:r>
              <a:rPr sz="2800" spc="-10" dirty="0">
                <a:latin typeface="Arial"/>
                <a:cs typeface="Arial"/>
              </a:rPr>
              <a:t> </a:t>
            </a:r>
            <a:r>
              <a:rPr sz="2800" dirty="0">
                <a:latin typeface="Arial"/>
                <a:cs typeface="Arial"/>
              </a:rPr>
              <a:t>command</a:t>
            </a:r>
            <a:endParaRPr lang="en-US" sz="2800" dirty="0">
              <a:latin typeface="Arial"/>
              <a:cs typeface="Arial"/>
            </a:endParaRPr>
          </a:p>
          <a:p>
            <a:pPr marL="355600" indent="-342900">
              <a:lnSpc>
                <a:spcPct val="100000"/>
              </a:lnSpc>
              <a:spcBef>
                <a:spcPts val="340"/>
              </a:spcBef>
              <a:buSzPct val="89285"/>
              <a:buChar char="•"/>
              <a:tabLst>
                <a:tab pos="354965" algn="l"/>
                <a:tab pos="355600" algn="l"/>
              </a:tabLst>
            </a:pPr>
            <a:r>
              <a:rPr lang="en-US" sz="2800" spc="-5" dirty="0">
                <a:latin typeface="Arial"/>
                <a:cs typeface="Arial"/>
              </a:rPr>
              <a:t>Unity of </a:t>
            </a:r>
            <a:r>
              <a:rPr sz="2800" dirty="0">
                <a:latin typeface="Arial"/>
                <a:cs typeface="Arial"/>
              </a:rPr>
              <a:t>direction</a:t>
            </a:r>
          </a:p>
          <a:p>
            <a:pPr marL="355600" indent="-342900">
              <a:lnSpc>
                <a:spcPct val="100000"/>
              </a:lnSpc>
              <a:spcBef>
                <a:spcPts val="335"/>
              </a:spcBef>
              <a:buSzPct val="89285"/>
              <a:buChar char="•"/>
              <a:tabLst>
                <a:tab pos="354965" algn="l"/>
                <a:tab pos="355600" algn="l"/>
              </a:tabLst>
            </a:pPr>
            <a:r>
              <a:rPr sz="2800" spc="-5" dirty="0">
                <a:latin typeface="Arial"/>
                <a:cs typeface="Arial"/>
              </a:rPr>
              <a:t>Primacy of general</a:t>
            </a:r>
            <a:r>
              <a:rPr sz="2800" spc="20" dirty="0">
                <a:latin typeface="Arial"/>
                <a:cs typeface="Arial"/>
              </a:rPr>
              <a:t> </a:t>
            </a:r>
            <a:r>
              <a:rPr sz="2800" dirty="0">
                <a:latin typeface="Arial"/>
                <a:cs typeface="Arial"/>
              </a:rPr>
              <a:t>interest</a:t>
            </a:r>
          </a:p>
          <a:p>
            <a:pPr marL="355600" indent="-342900">
              <a:lnSpc>
                <a:spcPct val="100000"/>
              </a:lnSpc>
              <a:spcBef>
                <a:spcPts val="335"/>
              </a:spcBef>
              <a:buSzPct val="89285"/>
              <a:buChar char="•"/>
              <a:tabLst>
                <a:tab pos="354965" algn="l"/>
                <a:tab pos="355600" algn="l"/>
              </a:tabLst>
            </a:pPr>
            <a:r>
              <a:rPr sz="2800" spc="-5" dirty="0">
                <a:latin typeface="Arial"/>
                <a:cs typeface="Arial"/>
              </a:rPr>
              <a:t>Remuneration</a:t>
            </a:r>
            <a:endParaRPr sz="2800" dirty="0">
              <a:latin typeface="Arial"/>
              <a:cs typeface="Arial"/>
            </a:endParaRPr>
          </a:p>
        </p:txBody>
      </p:sp>
      <p:sp>
        <p:nvSpPr>
          <p:cNvPr id="6" name="Slide Number Placeholder 5">
            <a:extLst>
              <a:ext uri="{FF2B5EF4-FFF2-40B4-BE49-F238E27FC236}">
                <a16:creationId xmlns:a16="http://schemas.microsoft.com/office/drawing/2014/main" id="{BE926258-78FC-434C-AE6C-3E2E00D3C4BD}"/>
              </a:ext>
            </a:extLst>
          </p:cNvPr>
          <p:cNvSpPr>
            <a:spLocks noGrp="1"/>
          </p:cNvSpPr>
          <p:nvPr>
            <p:ph type="sldNum" sz="quarter" idx="12"/>
          </p:nvPr>
        </p:nvSpPr>
        <p:spPr/>
        <p:txBody>
          <a:bodyPr/>
          <a:lstStyle/>
          <a:p>
            <a:pPr marL="12700">
              <a:lnSpc>
                <a:spcPts val="2090"/>
              </a:lnSpc>
            </a:pPr>
            <a:fld id="{81D60167-4931-47E6-BA6A-407CBD079E47}" type="slidenum">
              <a:rPr spc="-5" smtClean="0"/>
              <a:t>12</a:t>
            </a:fld>
            <a:endParaRPr spc="-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361645"/>
            <a:ext cx="7269734" cy="628377"/>
          </a:xfrm>
          <a:prstGeom prst="rect">
            <a:avLst/>
          </a:prstGeom>
        </p:spPr>
        <p:txBody>
          <a:bodyPr vert="horz" wrap="square" lIns="0" tIns="12700" rIns="0" bIns="0" rtlCol="0">
            <a:spAutoFit/>
          </a:bodyPr>
          <a:lstStyle/>
          <a:p>
            <a:pPr marL="12700">
              <a:lnSpc>
                <a:spcPct val="100000"/>
              </a:lnSpc>
              <a:spcBef>
                <a:spcPts val="100"/>
              </a:spcBef>
            </a:pPr>
            <a:r>
              <a:rPr sz="4000" spc="-5" dirty="0"/>
              <a:t>Administrative</a:t>
            </a:r>
            <a:r>
              <a:rPr sz="4000" spc="15" dirty="0"/>
              <a:t> </a:t>
            </a:r>
            <a:r>
              <a:rPr sz="4000" spc="-5" dirty="0"/>
              <a:t>Management</a:t>
            </a:r>
          </a:p>
        </p:txBody>
      </p:sp>
      <p:sp>
        <p:nvSpPr>
          <p:cNvPr id="3" name="object 3"/>
          <p:cNvSpPr txBox="1"/>
          <p:nvPr/>
        </p:nvSpPr>
        <p:spPr>
          <a:xfrm>
            <a:off x="381000" y="1218057"/>
            <a:ext cx="8305800" cy="3568285"/>
          </a:xfrm>
          <a:prstGeom prst="rect">
            <a:avLst/>
          </a:prstGeom>
        </p:spPr>
        <p:txBody>
          <a:bodyPr vert="horz" wrap="square" lIns="0" tIns="13335" rIns="0" bIns="0" rtlCol="0">
            <a:spAutoFit/>
          </a:bodyPr>
          <a:lstStyle/>
          <a:p>
            <a:pPr marL="355600" indent="-342900">
              <a:lnSpc>
                <a:spcPct val="100000"/>
              </a:lnSpc>
              <a:spcBef>
                <a:spcPts val="690"/>
              </a:spcBef>
              <a:buSzPct val="89285"/>
              <a:buChar char="•"/>
              <a:tabLst>
                <a:tab pos="354965" algn="l"/>
                <a:tab pos="355600" algn="l"/>
              </a:tabLst>
            </a:pPr>
            <a:r>
              <a:rPr sz="2800" spc="-5" dirty="0">
                <a:latin typeface="Arial"/>
                <a:cs typeface="Arial"/>
              </a:rPr>
              <a:t>Centrali</a:t>
            </a:r>
            <a:r>
              <a:rPr lang="en-US" sz="2800" spc="-5" dirty="0">
                <a:latin typeface="Arial"/>
                <a:cs typeface="Arial"/>
              </a:rPr>
              <a:t>z</a:t>
            </a:r>
            <a:r>
              <a:rPr sz="2800" spc="-5" dirty="0">
                <a:latin typeface="Arial"/>
                <a:cs typeface="Arial"/>
              </a:rPr>
              <a:t>ation</a:t>
            </a:r>
            <a:endParaRPr sz="2800" dirty="0">
              <a:latin typeface="Arial"/>
              <a:cs typeface="Arial"/>
            </a:endParaRPr>
          </a:p>
          <a:p>
            <a:pPr marL="355600" indent="-342900">
              <a:lnSpc>
                <a:spcPct val="100000"/>
              </a:lnSpc>
              <a:spcBef>
                <a:spcPts val="670"/>
              </a:spcBef>
              <a:buSzPct val="89285"/>
              <a:buChar char="•"/>
              <a:tabLst>
                <a:tab pos="354965" algn="l"/>
                <a:tab pos="355600" algn="l"/>
              </a:tabLst>
            </a:pPr>
            <a:r>
              <a:rPr sz="2800" spc="-5" dirty="0">
                <a:latin typeface="Arial"/>
                <a:cs typeface="Arial"/>
              </a:rPr>
              <a:t>Scalar</a:t>
            </a:r>
            <a:r>
              <a:rPr sz="2800" dirty="0">
                <a:latin typeface="Arial"/>
                <a:cs typeface="Arial"/>
              </a:rPr>
              <a:t> </a:t>
            </a:r>
            <a:r>
              <a:rPr sz="2800" spc="-5" dirty="0">
                <a:latin typeface="Arial"/>
                <a:cs typeface="Arial"/>
              </a:rPr>
              <a:t>chain</a:t>
            </a:r>
            <a:endParaRPr sz="2800" dirty="0">
              <a:latin typeface="Arial"/>
              <a:cs typeface="Arial"/>
            </a:endParaRPr>
          </a:p>
          <a:p>
            <a:pPr marL="355600" indent="-342900">
              <a:lnSpc>
                <a:spcPct val="100000"/>
              </a:lnSpc>
              <a:spcBef>
                <a:spcPts val="670"/>
              </a:spcBef>
              <a:buSzPct val="89285"/>
              <a:buChar char="•"/>
              <a:tabLst>
                <a:tab pos="354965" algn="l"/>
                <a:tab pos="355600" algn="l"/>
              </a:tabLst>
            </a:pPr>
            <a:r>
              <a:rPr sz="2800" spc="-5" dirty="0">
                <a:latin typeface="Arial"/>
                <a:cs typeface="Arial"/>
              </a:rPr>
              <a:t>Order</a:t>
            </a:r>
            <a:endParaRPr sz="2800" dirty="0">
              <a:latin typeface="Arial"/>
              <a:cs typeface="Arial"/>
            </a:endParaRPr>
          </a:p>
          <a:p>
            <a:pPr marL="355600" indent="-342900">
              <a:lnSpc>
                <a:spcPct val="100000"/>
              </a:lnSpc>
              <a:spcBef>
                <a:spcPts val="675"/>
              </a:spcBef>
              <a:buSzPct val="89285"/>
              <a:buChar char="•"/>
              <a:tabLst>
                <a:tab pos="354965" algn="l"/>
                <a:tab pos="355600" algn="l"/>
              </a:tabLst>
            </a:pPr>
            <a:r>
              <a:rPr sz="2800" spc="-5" dirty="0">
                <a:latin typeface="Arial"/>
                <a:cs typeface="Arial"/>
              </a:rPr>
              <a:t>Equity</a:t>
            </a:r>
            <a:endParaRPr sz="2800" dirty="0">
              <a:latin typeface="Arial"/>
              <a:cs typeface="Arial"/>
            </a:endParaRPr>
          </a:p>
          <a:p>
            <a:pPr marL="355600" indent="-342900">
              <a:lnSpc>
                <a:spcPct val="100000"/>
              </a:lnSpc>
              <a:spcBef>
                <a:spcPts val="675"/>
              </a:spcBef>
              <a:buSzPct val="89285"/>
              <a:buChar char="•"/>
              <a:tabLst>
                <a:tab pos="354965" algn="l"/>
                <a:tab pos="355600" algn="l"/>
              </a:tabLst>
            </a:pPr>
            <a:r>
              <a:rPr lang="en-US" sz="2800" spc="-5" dirty="0">
                <a:latin typeface="Arial"/>
                <a:cs typeface="Arial"/>
              </a:rPr>
              <a:t>Stability of tenure of personnel.</a:t>
            </a:r>
          </a:p>
          <a:p>
            <a:pPr marL="355600" indent="-342900">
              <a:lnSpc>
                <a:spcPct val="100000"/>
              </a:lnSpc>
              <a:spcBef>
                <a:spcPts val="675"/>
              </a:spcBef>
              <a:buSzPct val="89285"/>
              <a:buChar char="•"/>
              <a:tabLst>
                <a:tab pos="354965" algn="l"/>
                <a:tab pos="355600" algn="l"/>
              </a:tabLst>
            </a:pPr>
            <a:r>
              <a:rPr sz="2800" dirty="0">
                <a:latin typeface="Arial"/>
                <a:cs typeface="Arial"/>
              </a:rPr>
              <a:t>Initiative</a:t>
            </a:r>
            <a:endParaRPr lang="en-US" sz="2800" dirty="0">
              <a:latin typeface="Arial"/>
              <a:cs typeface="Arial"/>
            </a:endParaRPr>
          </a:p>
          <a:p>
            <a:pPr marL="355600" indent="-342900">
              <a:spcBef>
                <a:spcPts val="670"/>
              </a:spcBef>
              <a:buSzPct val="89285"/>
              <a:buFontTx/>
              <a:buChar char="•"/>
              <a:tabLst>
                <a:tab pos="354965" algn="l"/>
                <a:tab pos="355600" algn="l"/>
              </a:tabLst>
            </a:pPr>
            <a:r>
              <a:rPr lang="en-US" sz="2800" spc="-5" dirty="0">
                <a:latin typeface="Arial"/>
                <a:cs typeface="Arial"/>
              </a:rPr>
              <a:t>Esprit de</a:t>
            </a:r>
            <a:r>
              <a:rPr lang="en-US" sz="2800" dirty="0">
                <a:latin typeface="Arial"/>
                <a:cs typeface="Arial"/>
              </a:rPr>
              <a:t> </a:t>
            </a:r>
            <a:r>
              <a:rPr lang="en-US" sz="2800" spc="-5" dirty="0">
                <a:latin typeface="Arial"/>
                <a:cs typeface="Arial"/>
              </a:rPr>
              <a:t>corps</a:t>
            </a:r>
            <a:endParaRPr lang="en-US" sz="2800" dirty="0">
              <a:latin typeface="Arial"/>
              <a:cs typeface="Arial"/>
            </a:endParaRPr>
          </a:p>
        </p:txBody>
      </p:sp>
      <p:sp>
        <p:nvSpPr>
          <p:cNvPr id="6" name="Slide Number Placeholder 5">
            <a:extLst>
              <a:ext uri="{FF2B5EF4-FFF2-40B4-BE49-F238E27FC236}">
                <a16:creationId xmlns:a16="http://schemas.microsoft.com/office/drawing/2014/main" id="{CD5E0BE6-6F97-44D0-83F7-E163E230DE5A}"/>
              </a:ext>
            </a:extLst>
          </p:cNvPr>
          <p:cNvSpPr>
            <a:spLocks noGrp="1"/>
          </p:cNvSpPr>
          <p:nvPr>
            <p:ph type="sldNum" sz="quarter" idx="12"/>
          </p:nvPr>
        </p:nvSpPr>
        <p:spPr/>
        <p:txBody>
          <a:bodyPr/>
          <a:lstStyle/>
          <a:p>
            <a:pPr marL="12700">
              <a:lnSpc>
                <a:spcPts val="2090"/>
              </a:lnSpc>
            </a:pPr>
            <a:fld id="{81D60167-4931-47E6-BA6A-407CBD079E47}" type="slidenum">
              <a:rPr spc="-5" smtClean="0"/>
              <a:t>13</a:t>
            </a:fld>
            <a:endParaRPr spc="-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3BFC253-E4C6-44BD-9FE8-92337F2D8F25}"/>
              </a:ext>
            </a:extLst>
          </p:cNvPr>
          <p:cNvPicPr>
            <a:picLocks noChangeAspect="1"/>
          </p:cNvPicPr>
          <p:nvPr/>
        </p:nvPicPr>
        <p:blipFill>
          <a:blip r:embed="rId2"/>
          <a:stretch>
            <a:fillRect/>
          </a:stretch>
        </p:blipFill>
        <p:spPr>
          <a:xfrm>
            <a:off x="0" y="1219200"/>
            <a:ext cx="9144000" cy="5200650"/>
          </a:xfrm>
          <a:prstGeom prst="rect">
            <a:avLst/>
          </a:prstGeom>
        </p:spPr>
      </p:pic>
      <p:sp>
        <p:nvSpPr>
          <p:cNvPr id="6" name="object 2">
            <a:extLst>
              <a:ext uri="{FF2B5EF4-FFF2-40B4-BE49-F238E27FC236}">
                <a16:creationId xmlns:a16="http://schemas.microsoft.com/office/drawing/2014/main" id="{A43F4215-E0BA-4919-B36D-B0E1EBDBC02F}"/>
              </a:ext>
            </a:extLst>
          </p:cNvPr>
          <p:cNvSpPr txBox="1">
            <a:spLocks noGrp="1"/>
          </p:cNvSpPr>
          <p:nvPr>
            <p:ph type="title"/>
          </p:nvPr>
        </p:nvSpPr>
        <p:spPr>
          <a:xfrm>
            <a:off x="381000" y="361645"/>
            <a:ext cx="7269734" cy="628377"/>
          </a:xfrm>
          <a:prstGeom prst="rect">
            <a:avLst/>
          </a:prstGeom>
        </p:spPr>
        <p:txBody>
          <a:bodyPr vert="horz" wrap="square" lIns="0" tIns="12700" rIns="0" bIns="0" rtlCol="0">
            <a:spAutoFit/>
          </a:bodyPr>
          <a:lstStyle/>
          <a:p>
            <a:pPr marL="12700">
              <a:lnSpc>
                <a:spcPct val="100000"/>
              </a:lnSpc>
              <a:spcBef>
                <a:spcPts val="100"/>
              </a:spcBef>
            </a:pPr>
            <a:r>
              <a:rPr sz="4000" spc="-5" dirty="0"/>
              <a:t>Administrative</a:t>
            </a:r>
            <a:r>
              <a:rPr sz="4000" spc="15" dirty="0"/>
              <a:t> </a:t>
            </a:r>
            <a:r>
              <a:rPr sz="4000" spc="-5" dirty="0"/>
              <a:t>Management</a:t>
            </a:r>
          </a:p>
        </p:txBody>
      </p:sp>
      <p:sp>
        <p:nvSpPr>
          <p:cNvPr id="7" name="Slide Number Placeholder 5">
            <a:extLst>
              <a:ext uri="{FF2B5EF4-FFF2-40B4-BE49-F238E27FC236}">
                <a16:creationId xmlns:a16="http://schemas.microsoft.com/office/drawing/2014/main" id="{E951FD0B-1475-49C4-861E-878E318AFF48}"/>
              </a:ext>
            </a:extLst>
          </p:cNvPr>
          <p:cNvSpPr>
            <a:spLocks noGrp="1"/>
          </p:cNvSpPr>
          <p:nvPr>
            <p:ph type="sldNum" sz="quarter" idx="12"/>
          </p:nvPr>
        </p:nvSpPr>
        <p:spPr>
          <a:xfrm>
            <a:off x="7766431" y="295736"/>
            <a:ext cx="628813" cy="767687"/>
          </a:xfrm>
        </p:spPr>
        <p:txBody>
          <a:bodyPr/>
          <a:lstStyle/>
          <a:p>
            <a:pPr marL="12700">
              <a:lnSpc>
                <a:spcPts val="2090"/>
              </a:lnSpc>
            </a:pPr>
            <a:fld id="{81D60167-4931-47E6-BA6A-407CBD079E47}" type="slidenum">
              <a:rPr spc="-5" smtClean="0"/>
              <a:t>14</a:t>
            </a:fld>
            <a:endParaRPr spc="-5" dirty="0"/>
          </a:p>
        </p:txBody>
      </p:sp>
    </p:spTree>
    <p:extLst>
      <p:ext uri="{BB962C8B-B14F-4D97-AF65-F5344CB8AC3E}">
        <p14:creationId xmlns:p14="http://schemas.microsoft.com/office/powerpoint/2010/main" val="3198972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1527" y="440496"/>
            <a:ext cx="7086599" cy="628377"/>
          </a:xfrm>
          <a:prstGeom prst="rect">
            <a:avLst/>
          </a:prstGeom>
        </p:spPr>
        <p:txBody>
          <a:bodyPr vert="horz" wrap="square" lIns="0" tIns="12700" rIns="0" bIns="0" rtlCol="0">
            <a:spAutoFit/>
          </a:bodyPr>
          <a:lstStyle/>
          <a:p>
            <a:pPr marL="12700">
              <a:lnSpc>
                <a:spcPct val="100000"/>
              </a:lnSpc>
              <a:spcBef>
                <a:spcPts val="100"/>
              </a:spcBef>
            </a:pPr>
            <a:r>
              <a:rPr sz="4000" dirty="0"/>
              <a:t>Bureaucratic</a:t>
            </a:r>
            <a:r>
              <a:rPr sz="4000" spc="-65" dirty="0"/>
              <a:t> </a:t>
            </a:r>
            <a:r>
              <a:rPr sz="4000" spc="-5" dirty="0"/>
              <a:t>Management</a:t>
            </a:r>
          </a:p>
        </p:txBody>
      </p:sp>
      <p:sp>
        <p:nvSpPr>
          <p:cNvPr id="3" name="object 3"/>
          <p:cNvSpPr txBox="1">
            <a:spLocks noGrp="1"/>
          </p:cNvSpPr>
          <p:nvPr>
            <p:ph idx="1"/>
          </p:nvPr>
        </p:nvSpPr>
        <p:spPr>
          <a:xfrm>
            <a:off x="556041" y="1447800"/>
            <a:ext cx="7247126" cy="2922852"/>
          </a:xfrm>
          <a:prstGeom prst="rect">
            <a:avLst/>
          </a:prstGeom>
        </p:spPr>
        <p:txBody>
          <a:bodyPr vert="horz" wrap="square" lIns="0" tIns="321565" rIns="0" bIns="0" rtlCol="0">
            <a:spAutoFit/>
          </a:bodyPr>
          <a:lstStyle/>
          <a:p>
            <a:pPr algn="l"/>
            <a:r>
              <a:rPr lang="en-US" sz="2800" dirty="0"/>
              <a:t>A form of organization characterized by division of labor, a clearly defined hierarchy, detailed rules and regulations, and impersonal relationships.</a:t>
            </a:r>
          </a:p>
          <a:p>
            <a:pPr marL="1569085" marR="5080" indent="-5080" algn="l">
              <a:lnSpc>
                <a:spcPct val="100000"/>
              </a:lnSpc>
              <a:spcBef>
                <a:spcPts val="100"/>
              </a:spcBef>
            </a:pPr>
            <a:endParaRPr sz="2800" dirty="0"/>
          </a:p>
        </p:txBody>
      </p:sp>
      <p:sp>
        <p:nvSpPr>
          <p:cNvPr id="6" name="Slide Number Placeholder 5">
            <a:extLst>
              <a:ext uri="{FF2B5EF4-FFF2-40B4-BE49-F238E27FC236}">
                <a16:creationId xmlns:a16="http://schemas.microsoft.com/office/drawing/2014/main" id="{2603DC51-035D-444D-A289-34F993F6307F}"/>
              </a:ext>
            </a:extLst>
          </p:cNvPr>
          <p:cNvSpPr>
            <a:spLocks noGrp="1"/>
          </p:cNvSpPr>
          <p:nvPr>
            <p:ph type="sldNum" sz="quarter" idx="12"/>
          </p:nvPr>
        </p:nvSpPr>
        <p:spPr/>
        <p:txBody>
          <a:bodyPr/>
          <a:lstStyle/>
          <a:p>
            <a:pPr marL="12700">
              <a:lnSpc>
                <a:spcPts val="2090"/>
              </a:lnSpc>
            </a:pPr>
            <a:fld id="{81D60167-4931-47E6-BA6A-407CBD079E47}" type="slidenum">
              <a:rPr spc="-5" smtClean="0"/>
              <a:t>15</a:t>
            </a:fld>
            <a:endParaRPr spc="-5" dirty="0"/>
          </a:p>
        </p:txBody>
      </p:sp>
    </p:spTree>
    <p:extLst>
      <p:ext uri="{BB962C8B-B14F-4D97-AF65-F5344CB8AC3E}">
        <p14:creationId xmlns:p14="http://schemas.microsoft.com/office/powerpoint/2010/main" val="2062582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41527" y="1396291"/>
            <a:ext cx="6874384" cy="3652282"/>
          </a:xfrm>
          <a:prstGeom prst="rect">
            <a:avLst/>
          </a:prstGeom>
        </p:spPr>
        <p:txBody>
          <a:bodyPr vert="horz" wrap="square" lIns="0" tIns="121920" rIns="0" bIns="0" rtlCol="0">
            <a:spAutoFit/>
          </a:bodyPr>
          <a:lstStyle/>
          <a:p>
            <a:pPr marL="12700">
              <a:lnSpc>
                <a:spcPct val="100000"/>
              </a:lnSpc>
              <a:spcBef>
                <a:spcPts val="960"/>
              </a:spcBef>
            </a:pPr>
            <a:r>
              <a:rPr sz="3600" b="1" spc="-15" dirty="0">
                <a:latin typeface="Arial"/>
                <a:cs typeface="Arial"/>
              </a:rPr>
              <a:t>Weber’s </a:t>
            </a:r>
            <a:r>
              <a:rPr sz="3600" b="1" spc="-5" dirty="0">
                <a:latin typeface="Arial"/>
                <a:cs typeface="Arial"/>
              </a:rPr>
              <a:t>Ideal</a:t>
            </a:r>
            <a:r>
              <a:rPr sz="3600" b="1" spc="-60" dirty="0">
                <a:latin typeface="Arial"/>
                <a:cs typeface="Arial"/>
              </a:rPr>
              <a:t> </a:t>
            </a:r>
            <a:r>
              <a:rPr sz="3600" b="1" spc="-5" dirty="0">
                <a:latin typeface="Arial"/>
                <a:cs typeface="Arial"/>
              </a:rPr>
              <a:t>Bureaucracy</a:t>
            </a:r>
            <a:endParaRPr sz="3600" dirty="0">
              <a:latin typeface="Arial"/>
              <a:cs typeface="Arial"/>
            </a:endParaRPr>
          </a:p>
          <a:p>
            <a:pPr marL="355600" indent="-342900">
              <a:lnSpc>
                <a:spcPct val="100000"/>
              </a:lnSpc>
              <a:spcBef>
                <a:spcPts val="770"/>
              </a:spcBef>
              <a:buSzPct val="89062"/>
              <a:buChar char="•"/>
              <a:tabLst>
                <a:tab pos="354965" algn="l"/>
                <a:tab pos="355600" algn="l"/>
              </a:tabLst>
            </a:pPr>
            <a:r>
              <a:rPr sz="3200" spc="-5" dirty="0">
                <a:latin typeface="Arial"/>
                <a:cs typeface="Arial"/>
              </a:rPr>
              <a:t>Specialisation </a:t>
            </a:r>
            <a:r>
              <a:rPr sz="3200" dirty="0">
                <a:latin typeface="Arial"/>
                <a:cs typeface="Arial"/>
              </a:rPr>
              <a:t>of</a:t>
            </a:r>
            <a:r>
              <a:rPr sz="3200" spc="-20" dirty="0">
                <a:latin typeface="Arial"/>
                <a:cs typeface="Arial"/>
              </a:rPr>
              <a:t> </a:t>
            </a:r>
            <a:r>
              <a:rPr sz="3200" spc="-5" dirty="0">
                <a:latin typeface="Arial"/>
                <a:cs typeface="Arial"/>
              </a:rPr>
              <a:t>labour</a:t>
            </a:r>
            <a:endParaRPr sz="3200" dirty="0">
              <a:latin typeface="Arial"/>
              <a:cs typeface="Arial"/>
            </a:endParaRPr>
          </a:p>
          <a:p>
            <a:pPr marL="355600" indent="-342900">
              <a:lnSpc>
                <a:spcPct val="100000"/>
              </a:lnSpc>
              <a:spcBef>
                <a:spcPts val="770"/>
              </a:spcBef>
              <a:buSzPct val="89062"/>
              <a:buChar char="•"/>
              <a:tabLst>
                <a:tab pos="354965" algn="l"/>
                <a:tab pos="355600" algn="l"/>
              </a:tabLst>
            </a:pPr>
            <a:r>
              <a:rPr sz="3200" dirty="0">
                <a:latin typeface="Arial"/>
                <a:cs typeface="Arial"/>
              </a:rPr>
              <a:t>Formal </a:t>
            </a:r>
            <a:r>
              <a:rPr sz="3200" spc="-5" dirty="0">
                <a:latin typeface="Arial"/>
                <a:cs typeface="Arial"/>
              </a:rPr>
              <a:t>rules and</a:t>
            </a:r>
            <a:r>
              <a:rPr sz="3200" spc="-50" dirty="0">
                <a:latin typeface="Arial"/>
                <a:cs typeface="Arial"/>
              </a:rPr>
              <a:t> </a:t>
            </a:r>
            <a:r>
              <a:rPr sz="3200" spc="-5" dirty="0">
                <a:latin typeface="Arial"/>
                <a:cs typeface="Arial"/>
              </a:rPr>
              <a:t>procedures</a:t>
            </a:r>
            <a:endParaRPr sz="3200" dirty="0">
              <a:latin typeface="Arial"/>
              <a:cs typeface="Arial"/>
            </a:endParaRPr>
          </a:p>
          <a:p>
            <a:pPr marL="355600" indent="-342900">
              <a:lnSpc>
                <a:spcPct val="100000"/>
              </a:lnSpc>
              <a:spcBef>
                <a:spcPts val="770"/>
              </a:spcBef>
              <a:buSzPct val="89062"/>
              <a:buChar char="•"/>
              <a:tabLst>
                <a:tab pos="354965" algn="l"/>
                <a:tab pos="355600" algn="l"/>
              </a:tabLst>
            </a:pPr>
            <a:r>
              <a:rPr sz="3200" spc="-5" dirty="0">
                <a:latin typeface="Arial"/>
                <a:cs typeface="Arial"/>
              </a:rPr>
              <a:t>Impersonality</a:t>
            </a:r>
            <a:endParaRPr sz="3200" dirty="0">
              <a:latin typeface="Arial"/>
              <a:cs typeface="Arial"/>
            </a:endParaRPr>
          </a:p>
          <a:p>
            <a:pPr marL="355600" indent="-342900">
              <a:lnSpc>
                <a:spcPct val="100000"/>
              </a:lnSpc>
              <a:spcBef>
                <a:spcPts val="770"/>
              </a:spcBef>
              <a:buSzPct val="89062"/>
              <a:buChar char="•"/>
              <a:tabLst>
                <a:tab pos="354965" algn="l"/>
                <a:tab pos="355600" algn="l"/>
              </a:tabLst>
            </a:pPr>
            <a:r>
              <a:rPr sz="3200" spc="-10" dirty="0">
                <a:latin typeface="Arial"/>
                <a:cs typeface="Arial"/>
              </a:rPr>
              <a:t>Well-defined</a:t>
            </a:r>
            <a:r>
              <a:rPr sz="3200" spc="-15" dirty="0">
                <a:latin typeface="Arial"/>
                <a:cs typeface="Arial"/>
              </a:rPr>
              <a:t> </a:t>
            </a:r>
            <a:r>
              <a:rPr sz="3200" spc="-5" dirty="0">
                <a:latin typeface="Arial"/>
                <a:cs typeface="Arial"/>
              </a:rPr>
              <a:t>hierarchy</a:t>
            </a:r>
            <a:endParaRPr sz="3200" dirty="0">
              <a:latin typeface="Arial"/>
              <a:cs typeface="Arial"/>
            </a:endParaRPr>
          </a:p>
          <a:p>
            <a:pPr marL="355600" indent="-342900">
              <a:lnSpc>
                <a:spcPct val="100000"/>
              </a:lnSpc>
              <a:spcBef>
                <a:spcPts val="765"/>
              </a:spcBef>
              <a:buSzPct val="89062"/>
              <a:buChar char="•"/>
              <a:tabLst>
                <a:tab pos="354965" algn="l"/>
                <a:tab pos="355600" algn="l"/>
              </a:tabLst>
            </a:pPr>
            <a:r>
              <a:rPr sz="3200" spc="-5" dirty="0">
                <a:latin typeface="Arial"/>
                <a:cs typeface="Arial"/>
              </a:rPr>
              <a:t>Career advancement </a:t>
            </a:r>
            <a:r>
              <a:rPr sz="3200" dirty="0">
                <a:latin typeface="Arial"/>
                <a:cs typeface="Arial"/>
              </a:rPr>
              <a:t>on</a:t>
            </a:r>
            <a:r>
              <a:rPr sz="3200" spc="-65" dirty="0">
                <a:latin typeface="Arial"/>
                <a:cs typeface="Arial"/>
              </a:rPr>
              <a:t> </a:t>
            </a:r>
            <a:r>
              <a:rPr sz="3200" spc="-5" dirty="0">
                <a:latin typeface="Arial"/>
                <a:cs typeface="Arial"/>
              </a:rPr>
              <a:t>merit</a:t>
            </a:r>
            <a:endParaRPr sz="3200" dirty="0">
              <a:latin typeface="Arial"/>
              <a:cs typeface="Arial"/>
            </a:endParaRPr>
          </a:p>
        </p:txBody>
      </p:sp>
      <p:sp>
        <p:nvSpPr>
          <p:cNvPr id="6" name="Slide Number Placeholder 5">
            <a:extLst>
              <a:ext uri="{FF2B5EF4-FFF2-40B4-BE49-F238E27FC236}">
                <a16:creationId xmlns:a16="http://schemas.microsoft.com/office/drawing/2014/main" id="{8A7FC1AA-00E6-4876-88CB-5B7E01AAC23D}"/>
              </a:ext>
            </a:extLst>
          </p:cNvPr>
          <p:cNvSpPr>
            <a:spLocks noGrp="1"/>
          </p:cNvSpPr>
          <p:nvPr>
            <p:ph type="sldNum" sz="quarter" idx="12"/>
          </p:nvPr>
        </p:nvSpPr>
        <p:spPr/>
        <p:txBody>
          <a:bodyPr/>
          <a:lstStyle/>
          <a:p>
            <a:pPr marL="12700">
              <a:lnSpc>
                <a:spcPts val="2090"/>
              </a:lnSpc>
            </a:pPr>
            <a:fld id="{81D60167-4931-47E6-BA6A-407CBD079E47}" type="slidenum">
              <a:rPr spc="-5" smtClean="0"/>
              <a:t>16</a:t>
            </a:fld>
            <a:endParaRPr spc="-5" dirty="0"/>
          </a:p>
        </p:txBody>
      </p:sp>
      <p:sp>
        <p:nvSpPr>
          <p:cNvPr id="10" name="object 2">
            <a:extLst>
              <a:ext uri="{FF2B5EF4-FFF2-40B4-BE49-F238E27FC236}">
                <a16:creationId xmlns:a16="http://schemas.microsoft.com/office/drawing/2014/main" id="{20A70550-5408-4EB0-AE9C-26974BD1E6BF}"/>
              </a:ext>
            </a:extLst>
          </p:cNvPr>
          <p:cNvSpPr txBox="1">
            <a:spLocks/>
          </p:cNvSpPr>
          <p:nvPr/>
        </p:nvSpPr>
        <p:spPr>
          <a:xfrm>
            <a:off x="541527" y="440496"/>
            <a:ext cx="7086599" cy="628377"/>
          </a:xfrm>
          <a:prstGeom prst="rect">
            <a:avLst/>
          </a:prstGeom>
        </p:spPr>
        <p:txBody>
          <a:bodyPr vert="horz" wrap="square" lIns="0" tIns="12700" rIns="0" bIns="0" rtlCol="0" anchor="t">
            <a:spAutoFit/>
          </a:bodyPr>
          <a:lst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0"/>
              </a:spcBef>
            </a:pPr>
            <a:r>
              <a:rPr lang="en-US" sz="4000"/>
              <a:t>Bureaucratic</a:t>
            </a:r>
            <a:r>
              <a:rPr lang="en-US" sz="4000" spc="-65"/>
              <a:t> </a:t>
            </a:r>
            <a:r>
              <a:rPr lang="en-US" sz="4000" spc="-5"/>
              <a:t>Management</a:t>
            </a:r>
            <a:endParaRPr lang="en-US" sz="4000" spc="-5" dirty="0"/>
          </a:p>
        </p:txBody>
      </p:sp>
    </p:spTree>
    <p:extLst>
      <p:ext uri="{BB962C8B-B14F-4D97-AF65-F5344CB8AC3E}">
        <p14:creationId xmlns:p14="http://schemas.microsoft.com/office/powerpoint/2010/main" val="4110509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7200" y="316179"/>
            <a:ext cx="7890255" cy="3990836"/>
          </a:xfrm>
          <a:prstGeom prst="rect">
            <a:avLst/>
          </a:prstGeom>
        </p:spPr>
        <p:txBody>
          <a:bodyPr vert="horz" wrap="square" lIns="0" tIns="12700" rIns="0" bIns="0" rtlCol="0">
            <a:spAutoFit/>
          </a:bodyPr>
          <a:lstStyle/>
          <a:p>
            <a:pPr marL="12700" marR="5080" algn="ctr">
              <a:lnSpc>
                <a:spcPct val="100000"/>
              </a:lnSpc>
              <a:spcBef>
                <a:spcPts val="100"/>
              </a:spcBef>
            </a:pPr>
            <a:r>
              <a:rPr sz="3200" b="1" spc="-45" dirty="0">
                <a:latin typeface="Arial"/>
                <a:cs typeface="Arial"/>
              </a:rPr>
              <a:t>QUANTITATIVE</a:t>
            </a:r>
            <a:r>
              <a:rPr sz="3200" b="1" spc="-95" dirty="0">
                <a:latin typeface="Arial"/>
                <a:cs typeface="Arial"/>
              </a:rPr>
              <a:t> </a:t>
            </a:r>
            <a:r>
              <a:rPr sz="3200" b="1" dirty="0">
                <a:latin typeface="Arial"/>
                <a:cs typeface="Arial"/>
              </a:rPr>
              <a:t>MANAGEMENT  </a:t>
            </a:r>
            <a:r>
              <a:rPr sz="3200" b="1" spc="-5" dirty="0">
                <a:latin typeface="Arial"/>
                <a:cs typeface="Arial"/>
              </a:rPr>
              <a:t>VIEWPOINT</a:t>
            </a:r>
            <a:endParaRPr sz="3200" b="1" dirty="0">
              <a:latin typeface="Arial"/>
              <a:cs typeface="Arial"/>
            </a:endParaRPr>
          </a:p>
          <a:p>
            <a:pPr>
              <a:lnSpc>
                <a:spcPct val="100000"/>
              </a:lnSpc>
              <a:spcBef>
                <a:spcPts val="30"/>
              </a:spcBef>
            </a:pPr>
            <a:endParaRPr sz="5050" dirty="0">
              <a:latin typeface="Arial"/>
              <a:cs typeface="Arial"/>
            </a:endParaRPr>
          </a:p>
          <a:p>
            <a:pPr marL="354965" marR="101600" indent="-90170">
              <a:lnSpc>
                <a:spcPct val="100000"/>
              </a:lnSpc>
            </a:pPr>
            <a:r>
              <a:rPr sz="3600" spc="-5" dirty="0">
                <a:latin typeface="Arial"/>
                <a:cs typeface="Arial"/>
              </a:rPr>
              <a:t>Focused on </a:t>
            </a:r>
            <a:r>
              <a:rPr sz="3600" dirty="0">
                <a:latin typeface="Arial"/>
                <a:cs typeface="Arial"/>
              </a:rPr>
              <a:t>mathematics,  statistics </a:t>
            </a:r>
            <a:r>
              <a:rPr sz="3600" spc="-5" dirty="0">
                <a:latin typeface="Arial"/>
                <a:cs typeface="Arial"/>
              </a:rPr>
              <a:t>and information aids  </a:t>
            </a:r>
            <a:r>
              <a:rPr sz="3600" dirty="0">
                <a:latin typeface="Arial"/>
                <a:cs typeface="Arial"/>
              </a:rPr>
              <a:t>supporting managerial</a:t>
            </a:r>
            <a:r>
              <a:rPr sz="3600" spc="-125" dirty="0">
                <a:latin typeface="Arial"/>
                <a:cs typeface="Arial"/>
              </a:rPr>
              <a:t> </a:t>
            </a:r>
            <a:r>
              <a:rPr sz="3600" dirty="0">
                <a:latin typeface="Arial"/>
                <a:cs typeface="Arial"/>
              </a:rPr>
              <a:t>decision  </a:t>
            </a:r>
            <a:r>
              <a:rPr sz="3600" spc="-5" dirty="0">
                <a:latin typeface="Arial"/>
                <a:cs typeface="Arial"/>
              </a:rPr>
              <a:t>making and </a:t>
            </a:r>
            <a:r>
              <a:rPr sz="3600" dirty="0">
                <a:latin typeface="Arial"/>
                <a:cs typeface="Arial"/>
              </a:rPr>
              <a:t>organisational  </a:t>
            </a:r>
            <a:r>
              <a:rPr sz="3600" spc="-5" dirty="0">
                <a:latin typeface="Arial"/>
                <a:cs typeface="Arial"/>
              </a:rPr>
              <a:t>effectiveness.</a:t>
            </a:r>
            <a:endParaRPr sz="3600" dirty="0">
              <a:latin typeface="Arial"/>
              <a:cs typeface="Arial"/>
            </a:endParaRPr>
          </a:p>
        </p:txBody>
      </p:sp>
      <p:sp>
        <p:nvSpPr>
          <p:cNvPr id="5" name="Slide Number Placeholder 4">
            <a:extLst>
              <a:ext uri="{FF2B5EF4-FFF2-40B4-BE49-F238E27FC236}">
                <a16:creationId xmlns:a16="http://schemas.microsoft.com/office/drawing/2014/main" id="{62D3E8C6-7893-4B1D-9D6E-3D03389CE158}"/>
              </a:ext>
            </a:extLst>
          </p:cNvPr>
          <p:cNvSpPr>
            <a:spLocks noGrp="1"/>
          </p:cNvSpPr>
          <p:nvPr>
            <p:ph type="sldNum" sz="quarter" idx="12"/>
          </p:nvPr>
        </p:nvSpPr>
        <p:spPr/>
        <p:txBody>
          <a:bodyPr/>
          <a:lstStyle/>
          <a:p>
            <a:pPr marL="12700">
              <a:lnSpc>
                <a:spcPts val="2090"/>
              </a:lnSpc>
            </a:pPr>
            <a:fld id="{81D60167-4931-47E6-BA6A-407CBD079E47}" type="slidenum">
              <a:rPr spc="-5" smtClean="0"/>
              <a:t>17</a:t>
            </a:fld>
            <a:endParaRPr spc="-5" dirty="0"/>
          </a:p>
        </p:txBody>
      </p:sp>
    </p:spTree>
    <p:extLst>
      <p:ext uri="{BB962C8B-B14F-4D97-AF65-F5344CB8AC3E}">
        <p14:creationId xmlns:p14="http://schemas.microsoft.com/office/powerpoint/2010/main" val="22088412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48756" y="489505"/>
            <a:ext cx="6606794" cy="566822"/>
          </a:xfrm>
          <a:prstGeom prst="rect">
            <a:avLst/>
          </a:prstGeom>
        </p:spPr>
        <p:txBody>
          <a:bodyPr vert="horz" wrap="square" lIns="0" tIns="12700" rIns="0" bIns="0" rtlCol="0">
            <a:spAutoFit/>
          </a:bodyPr>
          <a:lstStyle/>
          <a:p>
            <a:pPr marL="12700" marR="5080">
              <a:lnSpc>
                <a:spcPct val="100000"/>
              </a:lnSpc>
              <a:spcBef>
                <a:spcPts val="100"/>
              </a:spcBef>
            </a:pPr>
            <a:r>
              <a:rPr lang="en-US" sz="3600" spc="-5" dirty="0"/>
              <a:t>Quantitative Management</a:t>
            </a:r>
          </a:p>
        </p:txBody>
      </p:sp>
      <p:sp>
        <p:nvSpPr>
          <p:cNvPr id="3" name="object 3"/>
          <p:cNvSpPr txBox="1"/>
          <p:nvPr/>
        </p:nvSpPr>
        <p:spPr>
          <a:xfrm>
            <a:off x="513542" y="1489038"/>
            <a:ext cx="7881702" cy="4239622"/>
          </a:xfrm>
          <a:prstGeom prst="rect">
            <a:avLst/>
          </a:prstGeom>
        </p:spPr>
        <p:txBody>
          <a:bodyPr vert="horz" wrap="square" lIns="0" tIns="81280" rIns="0" bIns="0" rtlCol="0">
            <a:spAutoFit/>
          </a:bodyPr>
          <a:lstStyle/>
          <a:p>
            <a:pPr marL="355600" indent="-342900">
              <a:lnSpc>
                <a:spcPct val="100000"/>
              </a:lnSpc>
              <a:spcBef>
                <a:spcPts val="640"/>
              </a:spcBef>
              <a:buSzPct val="89062"/>
              <a:buChar char="•"/>
              <a:tabLst>
                <a:tab pos="354965" algn="l"/>
                <a:tab pos="355600" algn="l"/>
              </a:tabLst>
            </a:pPr>
            <a:r>
              <a:rPr sz="3200" spc="-10" dirty="0">
                <a:latin typeface="Arial"/>
                <a:cs typeface="Arial"/>
              </a:rPr>
              <a:t>Management</a:t>
            </a:r>
            <a:r>
              <a:rPr sz="3200" spc="-20" dirty="0">
                <a:latin typeface="Arial"/>
                <a:cs typeface="Arial"/>
              </a:rPr>
              <a:t> </a:t>
            </a:r>
            <a:r>
              <a:rPr sz="3200" spc="-5" dirty="0">
                <a:latin typeface="Arial"/>
                <a:cs typeface="Arial"/>
              </a:rPr>
              <a:t>science</a:t>
            </a:r>
            <a:endParaRPr sz="3200" dirty="0">
              <a:latin typeface="Arial"/>
              <a:cs typeface="Arial"/>
            </a:endParaRPr>
          </a:p>
          <a:p>
            <a:pPr marL="355600" marR="304800">
              <a:lnSpc>
                <a:spcPct val="100000"/>
              </a:lnSpc>
              <a:spcBef>
                <a:spcPts val="340"/>
              </a:spcBef>
            </a:pPr>
            <a:r>
              <a:rPr sz="2000" spc="-5" dirty="0">
                <a:latin typeface="Arial"/>
                <a:cs typeface="Arial"/>
              </a:rPr>
              <a:t>‘Approach aimed at </a:t>
            </a:r>
            <a:r>
              <a:rPr sz="2000" dirty="0">
                <a:latin typeface="Arial"/>
                <a:cs typeface="Arial"/>
              </a:rPr>
              <a:t>increasing decision </a:t>
            </a:r>
            <a:r>
              <a:rPr sz="2000" spc="-5" dirty="0">
                <a:latin typeface="Arial"/>
                <a:cs typeface="Arial"/>
              </a:rPr>
              <a:t>effectiveness </a:t>
            </a:r>
            <a:r>
              <a:rPr sz="2000" dirty="0">
                <a:latin typeface="Arial"/>
                <a:cs typeface="Arial"/>
              </a:rPr>
              <a:t>through  use of sophisticated mathematical models and statistical  methods.’ Also called Operations Research</a:t>
            </a:r>
            <a:r>
              <a:rPr sz="2000" spc="-330" dirty="0">
                <a:latin typeface="Arial"/>
                <a:cs typeface="Arial"/>
              </a:rPr>
              <a:t> </a:t>
            </a:r>
            <a:r>
              <a:rPr sz="2000" dirty="0">
                <a:latin typeface="Arial"/>
                <a:cs typeface="Arial"/>
              </a:rPr>
              <a:t>(OR).</a:t>
            </a:r>
          </a:p>
          <a:p>
            <a:pPr marL="355600" indent="-342900">
              <a:lnSpc>
                <a:spcPct val="100000"/>
              </a:lnSpc>
              <a:spcBef>
                <a:spcPts val="370"/>
              </a:spcBef>
              <a:buSzPct val="89062"/>
              <a:buChar char="•"/>
              <a:tabLst>
                <a:tab pos="354965" algn="l"/>
                <a:tab pos="355600" algn="l"/>
              </a:tabLst>
            </a:pPr>
            <a:r>
              <a:rPr sz="3200" spc="-5" dirty="0">
                <a:latin typeface="Arial"/>
                <a:cs typeface="Arial"/>
              </a:rPr>
              <a:t>Operations</a:t>
            </a:r>
            <a:r>
              <a:rPr sz="3200" spc="-35" dirty="0">
                <a:latin typeface="Arial"/>
                <a:cs typeface="Arial"/>
              </a:rPr>
              <a:t> </a:t>
            </a:r>
            <a:r>
              <a:rPr sz="3200" spc="-5" dirty="0">
                <a:latin typeface="Arial"/>
                <a:cs typeface="Arial"/>
              </a:rPr>
              <a:t>management</a:t>
            </a:r>
            <a:endParaRPr sz="3200" dirty="0">
              <a:latin typeface="Arial"/>
              <a:cs typeface="Arial"/>
            </a:endParaRPr>
          </a:p>
          <a:p>
            <a:pPr marL="355600" marR="5080">
              <a:lnSpc>
                <a:spcPct val="100000"/>
              </a:lnSpc>
              <a:spcBef>
                <a:spcPts val="325"/>
              </a:spcBef>
            </a:pPr>
            <a:r>
              <a:rPr sz="2000" dirty="0">
                <a:latin typeface="Arial"/>
                <a:cs typeface="Arial"/>
              </a:rPr>
              <a:t>‘Function </a:t>
            </a:r>
            <a:r>
              <a:rPr sz="2000" spc="-5" dirty="0">
                <a:latin typeface="Arial"/>
                <a:cs typeface="Arial"/>
              </a:rPr>
              <a:t>or </a:t>
            </a:r>
            <a:r>
              <a:rPr sz="2000" dirty="0">
                <a:latin typeface="Arial"/>
                <a:cs typeface="Arial"/>
              </a:rPr>
              <a:t>field </a:t>
            </a:r>
            <a:r>
              <a:rPr sz="2000" spc="-5" dirty="0">
                <a:latin typeface="Arial"/>
                <a:cs typeface="Arial"/>
              </a:rPr>
              <a:t>of expertise primarily </a:t>
            </a:r>
            <a:r>
              <a:rPr sz="2000" dirty="0">
                <a:latin typeface="Arial"/>
                <a:cs typeface="Arial"/>
              </a:rPr>
              <a:t>responsible for managing  production </a:t>
            </a:r>
            <a:r>
              <a:rPr sz="2000" spc="-5" dirty="0">
                <a:latin typeface="Arial"/>
                <a:cs typeface="Arial"/>
              </a:rPr>
              <a:t>and delivery of an organisation’s </a:t>
            </a:r>
            <a:r>
              <a:rPr sz="2000" dirty="0">
                <a:latin typeface="Arial"/>
                <a:cs typeface="Arial"/>
              </a:rPr>
              <a:t>products </a:t>
            </a:r>
            <a:r>
              <a:rPr sz="2000" spc="-5" dirty="0">
                <a:latin typeface="Arial"/>
                <a:cs typeface="Arial"/>
              </a:rPr>
              <a:t>and  </a:t>
            </a:r>
            <a:r>
              <a:rPr sz="2000" dirty="0">
                <a:latin typeface="Arial"/>
                <a:cs typeface="Arial"/>
              </a:rPr>
              <a:t>services.’</a:t>
            </a:r>
          </a:p>
          <a:p>
            <a:pPr marL="355600" indent="-342900">
              <a:lnSpc>
                <a:spcPct val="100000"/>
              </a:lnSpc>
              <a:spcBef>
                <a:spcPts val="375"/>
              </a:spcBef>
              <a:buSzPct val="89062"/>
              <a:buChar char="•"/>
              <a:tabLst>
                <a:tab pos="354965" algn="l"/>
                <a:tab pos="355600" algn="l"/>
              </a:tabLst>
            </a:pPr>
            <a:r>
              <a:rPr sz="3200" spc="-10" dirty="0">
                <a:latin typeface="Arial"/>
                <a:cs typeface="Arial"/>
              </a:rPr>
              <a:t>Management information</a:t>
            </a:r>
            <a:r>
              <a:rPr sz="3200" spc="-15" dirty="0">
                <a:latin typeface="Arial"/>
                <a:cs typeface="Arial"/>
              </a:rPr>
              <a:t> </a:t>
            </a:r>
            <a:r>
              <a:rPr sz="3200" spc="-5" dirty="0">
                <a:latin typeface="Arial"/>
                <a:cs typeface="Arial"/>
              </a:rPr>
              <a:t>systems</a:t>
            </a:r>
            <a:endParaRPr sz="3200" dirty="0">
              <a:latin typeface="Arial"/>
              <a:cs typeface="Arial"/>
            </a:endParaRPr>
          </a:p>
          <a:p>
            <a:pPr marL="355600" marR="178435">
              <a:lnSpc>
                <a:spcPct val="100000"/>
              </a:lnSpc>
              <a:spcBef>
                <a:spcPts val="335"/>
              </a:spcBef>
            </a:pPr>
            <a:r>
              <a:rPr sz="2000" spc="-5" dirty="0">
                <a:latin typeface="Arial"/>
                <a:cs typeface="Arial"/>
              </a:rPr>
              <a:t>‘Field of </a:t>
            </a:r>
            <a:r>
              <a:rPr sz="2000" dirty="0">
                <a:latin typeface="Arial"/>
                <a:cs typeface="Arial"/>
              </a:rPr>
              <a:t>management focused on designing and implementing  computer-based information systems for use by</a:t>
            </a:r>
            <a:r>
              <a:rPr sz="2000" spc="-170" dirty="0">
                <a:latin typeface="Arial"/>
                <a:cs typeface="Arial"/>
              </a:rPr>
              <a:t> </a:t>
            </a:r>
            <a:r>
              <a:rPr sz="2000" dirty="0">
                <a:latin typeface="Arial"/>
                <a:cs typeface="Arial"/>
              </a:rPr>
              <a:t>management.’</a:t>
            </a:r>
          </a:p>
        </p:txBody>
      </p:sp>
      <p:sp>
        <p:nvSpPr>
          <p:cNvPr id="6" name="Slide Number Placeholder 5">
            <a:extLst>
              <a:ext uri="{FF2B5EF4-FFF2-40B4-BE49-F238E27FC236}">
                <a16:creationId xmlns:a16="http://schemas.microsoft.com/office/drawing/2014/main" id="{BAF0AC64-40AD-4AC7-8743-69679ACD7A80}"/>
              </a:ext>
            </a:extLst>
          </p:cNvPr>
          <p:cNvSpPr>
            <a:spLocks noGrp="1"/>
          </p:cNvSpPr>
          <p:nvPr>
            <p:ph type="sldNum" sz="quarter" idx="12"/>
          </p:nvPr>
        </p:nvSpPr>
        <p:spPr/>
        <p:txBody>
          <a:bodyPr/>
          <a:lstStyle/>
          <a:p>
            <a:pPr marL="12700">
              <a:lnSpc>
                <a:spcPts val="2090"/>
              </a:lnSpc>
            </a:pPr>
            <a:fld id="{81D60167-4931-47E6-BA6A-407CBD079E47}" type="slidenum">
              <a:rPr sz="2400" spc="-5" smtClean="0"/>
              <a:t>18</a:t>
            </a:fld>
            <a:endParaRPr sz="2400" spc="-5" dirty="0"/>
          </a:p>
        </p:txBody>
      </p:sp>
    </p:spTree>
    <p:extLst>
      <p:ext uri="{BB962C8B-B14F-4D97-AF65-F5344CB8AC3E}">
        <p14:creationId xmlns:p14="http://schemas.microsoft.com/office/powerpoint/2010/main" val="106575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3492" y="350001"/>
            <a:ext cx="6140069" cy="659155"/>
          </a:xfrm>
          <a:prstGeom prst="rect">
            <a:avLst/>
          </a:prstGeom>
        </p:spPr>
        <p:txBody>
          <a:bodyPr vert="horz" wrap="square" lIns="0" tIns="12700" rIns="0" bIns="0" rtlCol="0">
            <a:spAutoFit/>
          </a:bodyPr>
          <a:lstStyle/>
          <a:p>
            <a:pPr marL="12700">
              <a:lnSpc>
                <a:spcPct val="100000"/>
              </a:lnSpc>
              <a:spcBef>
                <a:spcPts val="100"/>
              </a:spcBef>
            </a:pPr>
            <a:r>
              <a:rPr spc="-5" dirty="0"/>
              <a:t>Behavioural</a:t>
            </a:r>
            <a:r>
              <a:rPr spc="-45" dirty="0"/>
              <a:t> </a:t>
            </a:r>
            <a:r>
              <a:rPr spc="-10" dirty="0"/>
              <a:t>Viewpoint</a:t>
            </a:r>
          </a:p>
        </p:txBody>
      </p:sp>
      <p:sp>
        <p:nvSpPr>
          <p:cNvPr id="3" name="object 3"/>
          <p:cNvSpPr txBox="1">
            <a:spLocks noGrp="1"/>
          </p:cNvSpPr>
          <p:nvPr>
            <p:ph idx="1"/>
          </p:nvPr>
        </p:nvSpPr>
        <p:spPr>
          <a:xfrm>
            <a:off x="1113492" y="1690632"/>
            <a:ext cx="7039908" cy="3781421"/>
          </a:xfrm>
          <a:prstGeom prst="rect">
            <a:avLst/>
          </a:prstGeom>
        </p:spPr>
        <p:txBody>
          <a:bodyPr vert="horz" wrap="square" lIns="0" tIns="178690" rIns="0" bIns="0" rtlCol="0">
            <a:spAutoFit/>
          </a:bodyPr>
          <a:lstStyle/>
          <a:p>
            <a:pPr marL="0" marR="5080" indent="0">
              <a:lnSpc>
                <a:spcPct val="100000"/>
              </a:lnSpc>
              <a:spcBef>
                <a:spcPts val="100"/>
              </a:spcBef>
              <a:buNone/>
            </a:pPr>
            <a:r>
              <a:rPr lang="en-US" sz="2800" dirty="0" err="1"/>
              <a:t>E</a:t>
            </a:r>
            <a:r>
              <a:rPr sz="2800" dirty="0" err="1"/>
              <a:t>mphasising</a:t>
            </a:r>
            <a:r>
              <a:rPr sz="2800" dirty="0"/>
              <a:t> the </a:t>
            </a:r>
            <a:r>
              <a:rPr sz="2800" spc="-5" dirty="0"/>
              <a:t>importance </a:t>
            </a:r>
            <a:r>
              <a:rPr sz="2800" dirty="0"/>
              <a:t>of </a:t>
            </a:r>
            <a:r>
              <a:rPr sz="2800" spc="-5" dirty="0"/>
              <a:t>trying </a:t>
            </a:r>
            <a:r>
              <a:rPr sz="2800" dirty="0"/>
              <a:t>to </a:t>
            </a:r>
            <a:r>
              <a:rPr sz="2800" spc="-5" dirty="0"/>
              <a:t>understand </a:t>
            </a:r>
            <a:r>
              <a:rPr sz="2800" dirty="0"/>
              <a:t>the </a:t>
            </a:r>
            <a:r>
              <a:rPr sz="2800" spc="-15" dirty="0"/>
              <a:t>effect </a:t>
            </a:r>
            <a:r>
              <a:rPr sz="2800" dirty="0"/>
              <a:t>of  </a:t>
            </a:r>
            <a:r>
              <a:rPr sz="2800" spc="-10" dirty="0"/>
              <a:t>different </a:t>
            </a:r>
            <a:r>
              <a:rPr sz="2800" spc="-5" dirty="0"/>
              <a:t>factors </a:t>
            </a:r>
            <a:r>
              <a:rPr sz="2800" dirty="0"/>
              <a:t>on human  behaviour </a:t>
            </a:r>
            <a:r>
              <a:rPr sz="2800" spc="-5" dirty="0"/>
              <a:t>in</a:t>
            </a:r>
            <a:r>
              <a:rPr sz="2800" spc="-40" dirty="0"/>
              <a:t> </a:t>
            </a:r>
            <a:r>
              <a:rPr sz="2800" dirty="0"/>
              <a:t>organi</a:t>
            </a:r>
            <a:r>
              <a:rPr lang="en-US" sz="2800" dirty="0"/>
              <a:t>z</a:t>
            </a:r>
            <a:r>
              <a:rPr sz="2800" dirty="0"/>
              <a:t>ations.</a:t>
            </a:r>
            <a:endParaRPr lang="en-US" sz="2800" dirty="0"/>
          </a:p>
          <a:p>
            <a:pPr marL="0" marR="5080" indent="0">
              <a:lnSpc>
                <a:spcPct val="100000"/>
              </a:lnSpc>
              <a:spcBef>
                <a:spcPts val="100"/>
              </a:spcBef>
              <a:buNone/>
            </a:pPr>
            <a:endParaRPr lang="en-US" sz="2800" dirty="0"/>
          </a:p>
          <a:p>
            <a:pPr marL="0" marR="5080" indent="0">
              <a:lnSpc>
                <a:spcPct val="100000"/>
              </a:lnSpc>
              <a:spcBef>
                <a:spcPts val="100"/>
              </a:spcBef>
              <a:buNone/>
            </a:pPr>
            <a:r>
              <a:rPr lang="en-US" sz="2800" spc="-5" dirty="0"/>
              <a:t>Organizational behavior (OB)</a:t>
            </a:r>
          </a:p>
          <a:p>
            <a:r>
              <a:rPr lang="en-US" sz="2800" spc="-5" dirty="0"/>
              <a:t>(</a:t>
            </a:r>
            <a:r>
              <a:rPr lang="en-US" dirty="0"/>
              <a:t>motivating, leading, building trust, working with a team, managing conflict,</a:t>
            </a:r>
            <a:r>
              <a:rPr lang="en-US" sz="2800" spc="-5" dirty="0"/>
              <a:t>)</a:t>
            </a:r>
            <a:endParaRPr sz="2800" spc="-5" dirty="0"/>
          </a:p>
        </p:txBody>
      </p:sp>
      <p:sp>
        <p:nvSpPr>
          <p:cNvPr id="6" name="Slide Number Placeholder 5">
            <a:extLst>
              <a:ext uri="{FF2B5EF4-FFF2-40B4-BE49-F238E27FC236}">
                <a16:creationId xmlns:a16="http://schemas.microsoft.com/office/drawing/2014/main" id="{C8079362-EB52-480D-9350-D4A85708B462}"/>
              </a:ext>
            </a:extLst>
          </p:cNvPr>
          <p:cNvSpPr>
            <a:spLocks noGrp="1"/>
          </p:cNvSpPr>
          <p:nvPr>
            <p:ph type="sldNum" sz="quarter" idx="12"/>
          </p:nvPr>
        </p:nvSpPr>
        <p:spPr/>
        <p:txBody>
          <a:bodyPr/>
          <a:lstStyle/>
          <a:p>
            <a:pPr marL="12700">
              <a:lnSpc>
                <a:spcPts val="2090"/>
              </a:lnSpc>
            </a:pPr>
            <a:fld id="{81D60167-4931-47E6-BA6A-407CBD079E47}" type="slidenum">
              <a:rPr spc="-5" smtClean="0"/>
              <a:t>19</a:t>
            </a:fld>
            <a:endParaRPr spc="-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9090" y="49155"/>
            <a:ext cx="6671309" cy="659155"/>
          </a:xfrm>
          <a:prstGeom prst="rect">
            <a:avLst/>
          </a:prstGeom>
        </p:spPr>
        <p:txBody>
          <a:bodyPr vert="horz" wrap="square" lIns="0" tIns="12700" rIns="0" bIns="0" rtlCol="0">
            <a:spAutoFit/>
          </a:bodyPr>
          <a:lstStyle/>
          <a:p>
            <a:pPr marL="12700">
              <a:lnSpc>
                <a:spcPct val="100000"/>
              </a:lnSpc>
              <a:spcBef>
                <a:spcPts val="100"/>
              </a:spcBef>
            </a:pPr>
            <a:r>
              <a:rPr spc="-5" dirty="0"/>
              <a:t>Behavioural</a:t>
            </a:r>
            <a:r>
              <a:rPr spc="-45" dirty="0"/>
              <a:t> </a:t>
            </a:r>
            <a:r>
              <a:rPr spc="-10" dirty="0"/>
              <a:t>Viewpoint</a:t>
            </a:r>
          </a:p>
        </p:txBody>
      </p:sp>
      <p:sp>
        <p:nvSpPr>
          <p:cNvPr id="3" name="object 3"/>
          <p:cNvSpPr txBox="1"/>
          <p:nvPr/>
        </p:nvSpPr>
        <p:spPr>
          <a:xfrm>
            <a:off x="599993" y="533400"/>
            <a:ext cx="7480844" cy="6471001"/>
          </a:xfrm>
          <a:prstGeom prst="rect">
            <a:avLst/>
          </a:prstGeom>
        </p:spPr>
        <p:txBody>
          <a:bodyPr vert="horz" wrap="square" lIns="0" tIns="129539" rIns="0" bIns="0" rtlCol="0">
            <a:spAutoFit/>
          </a:bodyPr>
          <a:lstStyle/>
          <a:p>
            <a:pPr marL="12700">
              <a:lnSpc>
                <a:spcPct val="100000"/>
              </a:lnSpc>
              <a:spcBef>
                <a:spcPts val="1019"/>
              </a:spcBef>
            </a:pPr>
            <a:r>
              <a:rPr sz="3600" spc="-5" dirty="0">
                <a:latin typeface="Arial"/>
                <a:cs typeface="Arial"/>
              </a:rPr>
              <a:t>The </a:t>
            </a:r>
            <a:r>
              <a:rPr sz="3600" dirty="0">
                <a:latin typeface="Arial"/>
                <a:cs typeface="Arial"/>
              </a:rPr>
              <a:t>Hawthorne</a:t>
            </a:r>
            <a:r>
              <a:rPr sz="3600" spc="-30" dirty="0">
                <a:latin typeface="Arial"/>
                <a:cs typeface="Arial"/>
              </a:rPr>
              <a:t> </a:t>
            </a:r>
            <a:r>
              <a:rPr sz="3600" spc="-5" dirty="0">
                <a:latin typeface="Arial"/>
                <a:cs typeface="Arial"/>
              </a:rPr>
              <a:t>studies</a:t>
            </a:r>
            <a:endParaRPr sz="3600" dirty="0">
              <a:latin typeface="Arial"/>
              <a:cs typeface="Arial"/>
            </a:endParaRPr>
          </a:p>
          <a:p>
            <a:pPr marL="354965" marR="5080" indent="-342900">
              <a:lnSpc>
                <a:spcPct val="100000"/>
              </a:lnSpc>
              <a:spcBef>
                <a:spcPts val="615"/>
              </a:spcBef>
              <a:buSzPct val="89583"/>
              <a:buFont typeface="Times New Roman"/>
              <a:buChar char="•"/>
              <a:tabLst>
                <a:tab pos="354965" algn="l"/>
                <a:tab pos="355600" algn="l"/>
              </a:tabLst>
            </a:pPr>
            <a:r>
              <a:rPr sz="2400" spc="-5" dirty="0">
                <a:latin typeface="Arial"/>
                <a:cs typeface="Arial"/>
              </a:rPr>
              <a:t>Series </a:t>
            </a:r>
            <a:r>
              <a:rPr sz="2400" dirty="0">
                <a:latin typeface="Arial"/>
                <a:cs typeface="Arial"/>
              </a:rPr>
              <a:t>of </a:t>
            </a:r>
            <a:r>
              <a:rPr sz="2400" spc="-5" dirty="0">
                <a:latin typeface="Arial"/>
                <a:cs typeface="Arial"/>
              </a:rPr>
              <a:t>studies carried </a:t>
            </a:r>
            <a:r>
              <a:rPr sz="2400" dirty="0">
                <a:latin typeface="Arial"/>
                <a:cs typeface="Arial"/>
              </a:rPr>
              <a:t>out from </a:t>
            </a:r>
            <a:r>
              <a:rPr sz="2400" spc="-5" dirty="0">
                <a:latin typeface="Arial"/>
                <a:cs typeface="Arial"/>
              </a:rPr>
              <a:t>late 1920s </a:t>
            </a:r>
            <a:r>
              <a:rPr sz="2400" dirty="0">
                <a:latin typeface="Arial"/>
                <a:cs typeface="Arial"/>
              </a:rPr>
              <a:t>to  </a:t>
            </a:r>
            <a:r>
              <a:rPr sz="2400" spc="-5" dirty="0">
                <a:latin typeface="Arial"/>
                <a:cs typeface="Arial"/>
              </a:rPr>
              <a:t>early</a:t>
            </a:r>
            <a:r>
              <a:rPr sz="2400" spc="5" dirty="0">
                <a:latin typeface="Arial"/>
                <a:cs typeface="Arial"/>
              </a:rPr>
              <a:t> </a:t>
            </a:r>
            <a:r>
              <a:rPr sz="2400" spc="-5" dirty="0">
                <a:latin typeface="Arial"/>
                <a:cs typeface="Arial"/>
              </a:rPr>
              <a:t>1930s</a:t>
            </a:r>
            <a:endParaRPr sz="2400" dirty="0">
              <a:latin typeface="Arial"/>
              <a:cs typeface="Arial"/>
            </a:endParaRPr>
          </a:p>
          <a:p>
            <a:pPr marL="355600" indent="-342900">
              <a:lnSpc>
                <a:spcPct val="100000"/>
              </a:lnSpc>
              <a:spcBef>
                <a:spcPts val="575"/>
              </a:spcBef>
              <a:buSzPct val="89583"/>
              <a:buFont typeface="Times New Roman"/>
              <a:buChar char="•"/>
              <a:tabLst>
                <a:tab pos="354965" algn="l"/>
                <a:tab pos="355600" algn="l"/>
              </a:tabLst>
            </a:pPr>
            <a:r>
              <a:rPr sz="2400" spc="-15" dirty="0">
                <a:latin typeface="Arial"/>
                <a:cs typeface="Arial"/>
              </a:rPr>
              <a:t>Western </a:t>
            </a:r>
            <a:r>
              <a:rPr sz="2400" spc="-10" dirty="0">
                <a:latin typeface="Arial"/>
                <a:cs typeface="Arial"/>
              </a:rPr>
              <a:t>Electric’s </a:t>
            </a:r>
            <a:r>
              <a:rPr sz="2400" spc="-5" dirty="0">
                <a:latin typeface="Arial"/>
                <a:cs typeface="Arial"/>
              </a:rPr>
              <a:t>Hawthorne (Chicago)</a:t>
            </a:r>
            <a:r>
              <a:rPr sz="2400" spc="85" dirty="0">
                <a:latin typeface="Arial"/>
                <a:cs typeface="Arial"/>
              </a:rPr>
              <a:t> </a:t>
            </a:r>
            <a:r>
              <a:rPr sz="2400" spc="-10" dirty="0">
                <a:latin typeface="Arial"/>
                <a:cs typeface="Arial"/>
              </a:rPr>
              <a:t>plant</a:t>
            </a:r>
            <a:endParaRPr sz="2400" dirty="0">
              <a:latin typeface="Arial"/>
              <a:cs typeface="Arial"/>
            </a:endParaRPr>
          </a:p>
          <a:p>
            <a:pPr marL="354965" marR="207010" indent="-342900">
              <a:lnSpc>
                <a:spcPct val="100000"/>
              </a:lnSpc>
              <a:spcBef>
                <a:spcPts val="580"/>
              </a:spcBef>
              <a:buSzPct val="89583"/>
              <a:buFont typeface="Times New Roman"/>
              <a:buChar char="•"/>
              <a:tabLst>
                <a:tab pos="354965" algn="l"/>
                <a:tab pos="355600" algn="l"/>
              </a:tabLst>
            </a:pPr>
            <a:r>
              <a:rPr sz="2400" dirty="0">
                <a:latin typeface="Arial"/>
                <a:cs typeface="Arial"/>
              </a:rPr>
              <a:t>Major </a:t>
            </a:r>
            <a:r>
              <a:rPr sz="2400" spc="-5" dirty="0">
                <a:latin typeface="Arial"/>
                <a:cs typeface="Arial"/>
              </a:rPr>
              <a:t>researcher: Harvard psychologist Elton  Mayo</a:t>
            </a:r>
            <a:endParaRPr sz="2400" dirty="0">
              <a:latin typeface="Arial"/>
              <a:cs typeface="Arial"/>
            </a:endParaRPr>
          </a:p>
          <a:p>
            <a:pPr marL="355600" indent="-342900">
              <a:lnSpc>
                <a:spcPct val="100000"/>
              </a:lnSpc>
              <a:spcBef>
                <a:spcPts val="575"/>
              </a:spcBef>
              <a:buSzPct val="89583"/>
              <a:buFont typeface="Times New Roman"/>
              <a:buChar char="•"/>
              <a:tabLst>
                <a:tab pos="354965" algn="l"/>
                <a:tab pos="355600" algn="l"/>
              </a:tabLst>
            </a:pPr>
            <a:r>
              <a:rPr sz="2400" spc="-10" dirty="0">
                <a:latin typeface="Arial"/>
                <a:cs typeface="Arial"/>
              </a:rPr>
              <a:t>Example: </a:t>
            </a:r>
            <a:r>
              <a:rPr sz="2400" spc="-5" dirty="0">
                <a:latin typeface="Arial"/>
                <a:cs typeface="Arial"/>
              </a:rPr>
              <a:t>Illumination </a:t>
            </a:r>
            <a:r>
              <a:rPr sz="2400" dirty="0">
                <a:latin typeface="Arial"/>
                <a:cs typeface="Arial"/>
              </a:rPr>
              <a:t>studies… </a:t>
            </a:r>
            <a:r>
              <a:rPr sz="2400" spc="-10" dirty="0">
                <a:latin typeface="Arial"/>
                <a:cs typeface="Arial"/>
              </a:rPr>
              <a:t>lighting</a:t>
            </a:r>
            <a:r>
              <a:rPr sz="2400" spc="110" dirty="0">
                <a:latin typeface="Arial"/>
                <a:cs typeface="Arial"/>
              </a:rPr>
              <a:t> </a:t>
            </a:r>
            <a:r>
              <a:rPr sz="2400" spc="-5" dirty="0">
                <a:latin typeface="Arial"/>
                <a:cs typeface="Arial"/>
              </a:rPr>
              <a:t>levels</a:t>
            </a:r>
            <a:endParaRPr lang="en-US" sz="2400" spc="-5" dirty="0">
              <a:latin typeface="Arial"/>
              <a:cs typeface="Arial"/>
            </a:endParaRPr>
          </a:p>
          <a:p>
            <a:pPr marL="355600" indent="-342900">
              <a:lnSpc>
                <a:spcPct val="100000"/>
              </a:lnSpc>
              <a:spcBef>
                <a:spcPts val="575"/>
              </a:spcBef>
              <a:buSzPct val="89583"/>
              <a:buFont typeface="Times New Roman"/>
              <a:buChar char="•"/>
              <a:tabLst>
                <a:tab pos="354965" algn="l"/>
                <a:tab pos="355600" algn="l"/>
              </a:tabLst>
            </a:pPr>
            <a:r>
              <a:rPr lang="en-US" sz="2400" spc="-5" dirty="0">
                <a:latin typeface="Arial"/>
                <a:cs typeface="Arial"/>
              </a:rPr>
              <a:t>Numerous experiments in the redesign of jobs, changes in workday and workweek length, introduction of rest periods, and individual versus group wage plans.</a:t>
            </a:r>
          </a:p>
          <a:p>
            <a:pPr marL="355600" indent="-342900">
              <a:lnSpc>
                <a:spcPct val="100000"/>
              </a:lnSpc>
              <a:spcBef>
                <a:spcPts val="575"/>
              </a:spcBef>
              <a:buSzPct val="89583"/>
              <a:buFont typeface="Times New Roman"/>
              <a:buChar char="•"/>
              <a:tabLst>
                <a:tab pos="354965" algn="l"/>
                <a:tab pos="355600" algn="l"/>
              </a:tabLst>
            </a:pPr>
            <a:r>
              <a:rPr lang="en-US" sz="2400" dirty="0">
                <a:latin typeface="Arial"/>
                <a:cs typeface="Arial"/>
              </a:rPr>
              <a:t>Provided the foundation for our current theories of motivation, leadership, group behavior and development, and numerous other behavioral approaches.</a:t>
            </a:r>
            <a:endParaRPr sz="2400" dirty="0">
              <a:latin typeface="Arial"/>
              <a:cs typeface="Arial"/>
            </a:endParaRPr>
          </a:p>
        </p:txBody>
      </p:sp>
      <p:sp>
        <p:nvSpPr>
          <p:cNvPr id="6" name="Slide Number Placeholder 5">
            <a:extLst>
              <a:ext uri="{FF2B5EF4-FFF2-40B4-BE49-F238E27FC236}">
                <a16:creationId xmlns:a16="http://schemas.microsoft.com/office/drawing/2014/main" id="{A5305289-E84B-414A-BB23-58F4666BA60D}"/>
              </a:ext>
            </a:extLst>
          </p:cNvPr>
          <p:cNvSpPr>
            <a:spLocks noGrp="1"/>
          </p:cNvSpPr>
          <p:nvPr>
            <p:ph type="sldNum" sz="quarter" idx="12"/>
          </p:nvPr>
        </p:nvSpPr>
        <p:spPr/>
        <p:txBody>
          <a:bodyPr/>
          <a:lstStyle/>
          <a:p>
            <a:pPr marL="12700">
              <a:lnSpc>
                <a:spcPts val="2090"/>
              </a:lnSpc>
            </a:pPr>
            <a:fld id="{81D60167-4931-47E6-BA6A-407CBD079E47}" type="slidenum">
              <a:rPr spc="-5" smtClean="0"/>
              <a:t>20</a:t>
            </a:fld>
            <a:endParaRPr spc="-5" dirty="0"/>
          </a:p>
        </p:txBody>
      </p:sp>
    </p:spTree>
    <p:extLst>
      <p:ext uri="{BB962C8B-B14F-4D97-AF65-F5344CB8AC3E}">
        <p14:creationId xmlns:p14="http://schemas.microsoft.com/office/powerpoint/2010/main" val="5624057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 dirty="0"/>
              <a:t>Contemporary</a:t>
            </a:r>
            <a:r>
              <a:rPr spc="-35" dirty="0"/>
              <a:t> </a:t>
            </a:r>
            <a:r>
              <a:rPr spc="-10" dirty="0"/>
              <a:t>Viewpoints</a:t>
            </a:r>
          </a:p>
        </p:txBody>
      </p:sp>
      <p:sp>
        <p:nvSpPr>
          <p:cNvPr id="3" name="object 3"/>
          <p:cNvSpPr txBox="1"/>
          <p:nvPr/>
        </p:nvSpPr>
        <p:spPr>
          <a:xfrm>
            <a:off x="152400" y="1063423"/>
            <a:ext cx="8763000" cy="5232843"/>
          </a:xfrm>
          <a:prstGeom prst="rect">
            <a:avLst/>
          </a:prstGeom>
        </p:spPr>
        <p:txBody>
          <a:bodyPr vert="horz" wrap="square" lIns="0" tIns="13335" rIns="0" bIns="0" rtlCol="0">
            <a:spAutoFit/>
          </a:bodyPr>
          <a:lstStyle/>
          <a:p>
            <a:pPr marL="355600" indent="-342900">
              <a:lnSpc>
                <a:spcPct val="100000"/>
              </a:lnSpc>
              <a:spcBef>
                <a:spcPts val="105"/>
              </a:spcBef>
              <a:buSzPct val="89062"/>
              <a:buChar char="•"/>
              <a:tabLst>
                <a:tab pos="354965" algn="l"/>
                <a:tab pos="355600" algn="l"/>
              </a:tabLst>
            </a:pPr>
            <a:r>
              <a:rPr sz="3200" dirty="0">
                <a:latin typeface="Arial"/>
                <a:cs typeface="Arial"/>
              </a:rPr>
              <a:t>Systems</a:t>
            </a:r>
            <a:r>
              <a:rPr sz="3200" spc="-25" dirty="0">
                <a:latin typeface="Arial"/>
                <a:cs typeface="Arial"/>
              </a:rPr>
              <a:t> </a:t>
            </a:r>
            <a:r>
              <a:rPr sz="3200" spc="-5" dirty="0">
                <a:latin typeface="Arial"/>
                <a:cs typeface="Arial"/>
              </a:rPr>
              <a:t>theory</a:t>
            </a:r>
            <a:endParaRPr sz="3200" dirty="0">
              <a:latin typeface="Arial"/>
              <a:cs typeface="Arial"/>
            </a:endParaRPr>
          </a:p>
          <a:p>
            <a:pPr marL="12700">
              <a:lnSpc>
                <a:spcPts val="2510"/>
              </a:lnSpc>
              <a:spcBef>
                <a:spcPts val="1875"/>
              </a:spcBef>
            </a:pPr>
            <a:r>
              <a:rPr sz="2200" spc="-5" dirty="0">
                <a:latin typeface="Arial"/>
                <a:cs typeface="Arial"/>
              </a:rPr>
              <a:t>‘Approach based on the idea that organisations can</a:t>
            </a:r>
            <a:r>
              <a:rPr sz="2200" spc="25" dirty="0">
                <a:latin typeface="Arial"/>
                <a:cs typeface="Arial"/>
              </a:rPr>
              <a:t> </a:t>
            </a:r>
            <a:r>
              <a:rPr sz="2200" spc="-10" dirty="0">
                <a:latin typeface="Arial"/>
                <a:cs typeface="Arial"/>
              </a:rPr>
              <a:t>be</a:t>
            </a:r>
            <a:endParaRPr sz="2200" dirty="0">
              <a:latin typeface="Arial"/>
              <a:cs typeface="Arial"/>
            </a:endParaRPr>
          </a:p>
          <a:p>
            <a:pPr marL="355600">
              <a:lnSpc>
                <a:spcPts val="2510"/>
              </a:lnSpc>
            </a:pPr>
            <a:r>
              <a:rPr sz="2200" spc="-5" dirty="0">
                <a:latin typeface="Arial"/>
                <a:cs typeface="Arial"/>
              </a:rPr>
              <a:t>visualised as</a:t>
            </a:r>
            <a:r>
              <a:rPr sz="2200" spc="-10" dirty="0">
                <a:latin typeface="Arial"/>
                <a:cs typeface="Arial"/>
              </a:rPr>
              <a:t> </a:t>
            </a:r>
            <a:r>
              <a:rPr sz="2200" dirty="0">
                <a:latin typeface="Arial"/>
                <a:cs typeface="Arial"/>
              </a:rPr>
              <a:t>systems.’</a:t>
            </a:r>
          </a:p>
          <a:p>
            <a:pPr>
              <a:lnSpc>
                <a:spcPct val="100000"/>
              </a:lnSpc>
              <a:spcBef>
                <a:spcPts val="15"/>
              </a:spcBef>
            </a:pPr>
            <a:endParaRPr sz="3000" dirty="0">
              <a:latin typeface="Arial"/>
              <a:cs typeface="Arial"/>
            </a:endParaRPr>
          </a:p>
          <a:p>
            <a:pPr marL="355600" marR="175260">
              <a:lnSpc>
                <a:spcPts val="2380"/>
              </a:lnSpc>
            </a:pPr>
            <a:r>
              <a:rPr sz="2200" spc="-5" dirty="0">
                <a:latin typeface="Arial"/>
                <a:cs typeface="Arial"/>
              </a:rPr>
              <a:t>System: set of interrelated </a:t>
            </a:r>
            <a:r>
              <a:rPr lang="en-US" sz="2200" spc="-5" dirty="0">
                <a:latin typeface="Arial"/>
                <a:cs typeface="Arial"/>
              </a:rPr>
              <a:t>and interdependent </a:t>
            </a:r>
            <a:r>
              <a:rPr sz="2200" spc="-5" dirty="0">
                <a:latin typeface="Arial"/>
                <a:cs typeface="Arial"/>
              </a:rPr>
              <a:t>parts operating as a whole </a:t>
            </a:r>
            <a:r>
              <a:rPr lang="en-US" sz="2200" spc="-5" dirty="0">
                <a:latin typeface="Arial"/>
                <a:cs typeface="Arial"/>
              </a:rPr>
              <a:t>to pursue a </a:t>
            </a:r>
            <a:r>
              <a:rPr sz="2200" spc="-5" dirty="0">
                <a:latin typeface="Arial"/>
                <a:cs typeface="Arial"/>
              </a:rPr>
              <a:t>common</a:t>
            </a:r>
            <a:r>
              <a:rPr sz="2200" spc="25" dirty="0">
                <a:latin typeface="Arial"/>
                <a:cs typeface="Arial"/>
              </a:rPr>
              <a:t> </a:t>
            </a:r>
            <a:r>
              <a:rPr sz="2200" spc="-5" dirty="0">
                <a:latin typeface="Arial"/>
                <a:cs typeface="Arial"/>
              </a:rPr>
              <a:t>goals.</a:t>
            </a:r>
            <a:endParaRPr sz="2200" dirty="0">
              <a:latin typeface="Arial"/>
              <a:cs typeface="Arial"/>
            </a:endParaRPr>
          </a:p>
          <a:p>
            <a:pPr marL="355600" marR="552450">
              <a:lnSpc>
                <a:spcPts val="5810"/>
              </a:lnSpc>
              <a:spcBef>
                <a:spcPts val="685"/>
              </a:spcBef>
            </a:pPr>
            <a:r>
              <a:rPr sz="2200" spc="-5" dirty="0">
                <a:latin typeface="Arial"/>
                <a:cs typeface="Arial"/>
              </a:rPr>
              <a:t>Open systems: interact continually with</a:t>
            </a:r>
            <a:r>
              <a:rPr sz="2200" spc="90" dirty="0">
                <a:latin typeface="Arial"/>
                <a:cs typeface="Arial"/>
              </a:rPr>
              <a:t> </a:t>
            </a:r>
            <a:r>
              <a:rPr sz="2200" spc="-5" dirty="0">
                <a:latin typeface="Arial"/>
                <a:cs typeface="Arial"/>
              </a:rPr>
              <a:t>environment.</a:t>
            </a:r>
            <a:endParaRPr lang="en-US" sz="2200" spc="-5" dirty="0">
              <a:latin typeface="Arial"/>
              <a:cs typeface="Arial"/>
            </a:endParaRPr>
          </a:p>
          <a:p>
            <a:r>
              <a:rPr lang="en-US" sz="2200" spc="-5" dirty="0">
                <a:latin typeface="Arial"/>
                <a:cs typeface="Arial"/>
              </a:rPr>
              <a:t>(</a:t>
            </a:r>
            <a:r>
              <a:rPr lang="en-US" dirty="0"/>
              <a:t>takes in inputs (resources) from the environment and transforms or processes these resources into outputs that are distributed into the environment. The organization is “open” to and interacts with its environment.</a:t>
            </a:r>
            <a:r>
              <a:rPr lang="en-US" sz="2200" spc="-5" dirty="0">
                <a:latin typeface="Arial"/>
                <a:cs typeface="Arial"/>
              </a:rPr>
              <a:t>)</a:t>
            </a:r>
            <a:endParaRPr sz="2200" dirty="0">
              <a:latin typeface="Arial"/>
              <a:cs typeface="Arial"/>
            </a:endParaRPr>
          </a:p>
          <a:p>
            <a:pPr>
              <a:lnSpc>
                <a:spcPct val="100000"/>
              </a:lnSpc>
              <a:spcBef>
                <a:spcPts val="40"/>
              </a:spcBef>
            </a:pPr>
            <a:endParaRPr sz="2350" dirty="0">
              <a:latin typeface="Arial"/>
              <a:cs typeface="Arial"/>
            </a:endParaRPr>
          </a:p>
          <a:p>
            <a:pPr marL="355600" marR="5080">
              <a:lnSpc>
                <a:spcPts val="2380"/>
              </a:lnSpc>
            </a:pPr>
            <a:r>
              <a:rPr sz="2200" spc="-5" dirty="0">
                <a:latin typeface="Arial"/>
                <a:cs typeface="Arial"/>
              </a:rPr>
              <a:t>Closed systems: does not interact with environment, gets  little</a:t>
            </a:r>
            <a:r>
              <a:rPr sz="2200" spc="-15" dirty="0">
                <a:latin typeface="Arial"/>
                <a:cs typeface="Arial"/>
              </a:rPr>
              <a:t> </a:t>
            </a:r>
            <a:r>
              <a:rPr sz="2200" spc="-5" dirty="0">
                <a:latin typeface="Arial"/>
                <a:cs typeface="Arial"/>
              </a:rPr>
              <a:t>feedback.</a:t>
            </a:r>
            <a:endParaRPr sz="2200" dirty="0">
              <a:latin typeface="Arial"/>
              <a:cs typeface="Arial"/>
            </a:endParaRPr>
          </a:p>
        </p:txBody>
      </p:sp>
      <p:sp>
        <p:nvSpPr>
          <p:cNvPr id="6" name="Slide Number Placeholder 5">
            <a:extLst>
              <a:ext uri="{FF2B5EF4-FFF2-40B4-BE49-F238E27FC236}">
                <a16:creationId xmlns:a16="http://schemas.microsoft.com/office/drawing/2014/main" id="{25D8BFB8-667B-4062-8F75-C3F05B1274D4}"/>
              </a:ext>
            </a:extLst>
          </p:cNvPr>
          <p:cNvSpPr>
            <a:spLocks noGrp="1"/>
          </p:cNvSpPr>
          <p:nvPr>
            <p:ph type="sldNum" sz="quarter" idx="12"/>
          </p:nvPr>
        </p:nvSpPr>
        <p:spPr/>
        <p:txBody>
          <a:bodyPr/>
          <a:lstStyle/>
          <a:p>
            <a:pPr marL="12700">
              <a:lnSpc>
                <a:spcPts val="2090"/>
              </a:lnSpc>
            </a:pPr>
            <a:fld id="{81D60167-4931-47E6-BA6A-407CBD079E47}" type="slidenum">
              <a:rPr spc="-5" smtClean="0"/>
              <a:t>21</a:t>
            </a:fld>
            <a:endParaRPr spc="-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6794" y="361645"/>
            <a:ext cx="6704965" cy="574675"/>
          </a:xfrm>
          <a:prstGeom prst="rect">
            <a:avLst/>
          </a:prstGeom>
        </p:spPr>
        <p:txBody>
          <a:bodyPr vert="horz" wrap="square" lIns="0" tIns="12700" rIns="0" bIns="0" rtlCol="0">
            <a:spAutoFit/>
          </a:bodyPr>
          <a:lstStyle/>
          <a:p>
            <a:pPr marL="12700">
              <a:lnSpc>
                <a:spcPct val="100000"/>
              </a:lnSpc>
              <a:spcBef>
                <a:spcPts val="100"/>
              </a:spcBef>
            </a:pPr>
            <a:r>
              <a:rPr dirty="0"/>
              <a:t>Systems view of</a:t>
            </a:r>
            <a:r>
              <a:rPr spc="-70" dirty="0"/>
              <a:t> </a:t>
            </a:r>
            <a:r>
              <a:rPr spc="-5" dirty="0"/>
              <a:t>organisations</a:t>
            </a:r>
          </a:p>
        </p:txBody>
      </p:sp>
      <p:sp>
        <p:nvSpPr>
          <p:cNvPr id="3" name="object 3"/>
          <p:cNvSpPr/>
          <p:nvPr/>
        </p:nvSpPr>
        <p:spPr>
          <a:xfrm>
            <a:off x="533400" y="1676399"/>
            <a:ext cx="8077200" cy="4819955"/>
          </a:xfrm>
          <a:prstGeom prst="rect">
            <a:avLst/>
          </a:prstGeom>
          <a:blipFill>
            <a:blip r:embed="rId2" cstate="print"/>
            <a:stretch>
              <a:fillRect/>
            </a:stretch>
          </a:blipFill>
        </p:spPr>
        <p:txBody>
          <a:bodyPr wrap="square" lIns="0" tIns="0" rIns="0" bIns="0" rtlCol="0"/>
          <a:lstStyle/>
          <a:p>
            <a:endParaRPr/>
          </a:p>
        </p:txBody>
      </p:sp>
      <p:sp>
        <p:nvSpPr>
          <p:cNvPr id="6" name="Slide Number Placeholder 5">
            <a:extLst>
              <a:ext uri="{FF2B5EF4-FFF2-40B4-BE49-F238E27FC236}">
                <a16:creationId xmlns:a16="http://schemas.microsoft.com/office/drawing/2014/main" id="{BE0EACFE-830E-4371-8FA4-A0A9DA17CDEC}"/>
              </a:ext>
            </a:extLst>
          </p:cNvPr>
          <p:cNvSpPr>
            <a:spLocks noGrp="1"/>
          </p:cNvSpPr>
          <p:nvPr>
            <p:ph type="sldNum" sz="quarter" idx="12"/>
          </p:nvPr>
        </p:nvSpPr>
        <p:spPr/>
        <p:txBody>
          <a:bodyPr/>
          <a:lstStyle/>
          <a:p>
            <a:pPr marL="12700">
              <a:lnSpc>
                <a:spcPts val="2090"/>
              </a:lnSpc>
            </a:pPr>
            <a:fld id="{81D60167-4931-47E6-BA6A-407CBD079E47}" type="slidenum">
              <a:rPr spc="-5" smtClean="0"/>
              <a:t>22</a:t>
            </a:fld>
            <a:endParaRPr spc="-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 dirty="0"/>
              <a:t>Contemporary</a:t>
            </a:r>
            <a:r>
              <a:rPr spc="-35" dirty="0"/>
              <a:t> </a:t>
            </a:r>
            <a:r>
              <a:rPr spc="-10" dirty="0"/>
              <a:t>Viewpoints</a:t>
            </a:r>
          </a:p>
        </p:txBody>
      </p:sp>
      <p:sp>
        <p:nvSpPr>
          <p:cNvPr id="3" name="object 3"/>
          <p:cNvSpPr txBox="1"/>
          <p:nvPr/>
        </p:nvSpPr>
        <p:spPr>
          <a:xfrm>
            <a:off x="314685" y="1152983"/>
            <a:ext cx="7247890" cy="4085733"/>
          </a:xfrm>
          <a:prstGeom prst="rect">
            <a:avLst/>
          </a:prstGeom>
        </p:spPr>
        <p:txBody>
          <a:bodyPr vert="horz" wrap="square" lIns="0" tIns="129539" rIns="0" bIns="0" rtlCol="0">
            <a:spAutoFit/>
          </a:bodyPr>
          <a:lstStyle/>
          <a:p>
            <a:pPr marL="355600" indent="-342900">
              <a:lnSpc>
                <a:spcPct val="100000"/>
              </a:lnSpc>
              <a:spcBef>
                <a:spcPts val="1019"/>
              </a:spcBef>
              <a:buSzPct val="90277"/>
              <a:buChar char="•"/>
              <a:tabLst>
                <a:tab pos="354965" algn="l"/>
                <a:tab pos="355600" algn="l"/>
              </a:tabLst>
            </a:pPr>
            <a:r>
              <a:rPr sz="3600" dirty="0">
                <a:latin typeface="Arial"/>
                <a:cs typeface="Arial"/>
              </a:rPr>
              <a:t>Contingency</a:t>
            </a:r>
            <a:r>
              <a:rPr sz="3600" spc="-30" dirty="0">
                <a:latin typeface="Arial"/>
                <a:cs typeface="Arial"/>
              </a:rPr>
              <a:t> </a:t>
            </a:r>
            <a:r>
              <a:rPr sz="3600" spc="-5" dirty="0">
                <a:latin typeface="Arial"/>
                <a:cs typeface="Arial"/>
              </a:rPr>
              <a:t>theory</a:t>
            </a:r>
            <a:endParaRPr sz="3600" dirty="0">
              <a:latin typeface="Arial"/>
              <a:cs typeface="Arial"/>
            </a:endParaRPr>
          </a:p>
          <a:p>
            <a:pPr marL="354965" marR="69215">
              <a:lnSpc>
                <a:spcPct val="100000"/>
              </a:lnSpc>
              <a:spcBef>
                <a:spcPts val="615"/>
              </a:spcBef>
            </a:pPr>
            <a:r>
              <a:rPr sz="2400" spc="-15" dirty="0">
                <a:latin typeface="Arial"/>
                <a:cs typeface="Arial"/>
              </a:rPr>
              <a:t>‘Viewpoint </a:t>
            </a:r>
            <a:r>
              <a:rPr sz="2400" spc="-5" dirty="0">
                <a:latin typeface="Arial"/>
                <a:cs typeface="Arial"/>
              </a:rPr>
              <a:t>arguing </a:t>
            </a:r>
            <a:r>
              <a:rPr sz="2400" dirty="0">
                <a:latin typeface="Arial"/>
                <a:cs typeface="Arial"/>
              </a:rPr>
              <a:t>that </a:t>
            </a:r>
            <a:r>
              <a:rPr sz="2400" spc="-5" dirty="0">
                <a:latin typeface="Arial"/>
                <a:cs typeface="Arial"/>
              </a:rPr>
              <a:t>appropriate managerial  action depends on </a:t>
            </a:r>
            <a:r>
              <a:rPr sz="2400" dirty="0">
                <a:latin typeface="Arial"/>
                <a:cs typeface="Arial"/>
              </a:rPr>
              <a:t>the </a:t>
            </a:r>
            <a:r>
              <a:rPr sz="2400" spc="-5" dirty="0">
                <a:latin typeface="Arial"/>
                <a:cs typeface="Arial"/>
              </a:rPr>
              <a:t>particular parameters </a:t>
            </a:r>
            <a:r>
              <a:rPr sz="2400" dirty="0">
                <a:latin typeface="Arial"/>
                <a:cs typeface="Arial"/>
              </a:rPr>
              <a:t>of the  </a:t>
            </a:r>
            <a:r>
              <a:rPr sz="2400" spc="-5" dirty="0">
                <a:latin typeface="Arial"/>
                <a:cs typeface="Arial"/>
              </a:rPr>
              <a:t>situation.’</a:t>
            </a:r>
            <a:endParaRPr sz="2400" dirty="0">
              <a:latin typeface="Arial"/>
              <a:cs typeface="Arial"/>
            </a:endParaRPr>
          </a:p>
          <a:p>
            <a:pPr marL="354965">
              <a:lnSpc>
                <a:spcPct val="100000"/>
              </a:lnSpc>
              <a:spcBef>
                <a:spcPts val="575"/>
              </a:spcBef>
            </a:pPr>
            <a:r>
              <a:rPr sz="2400" spc="-5" dirty="0">
                <a:latin typeface="Arial"/>
                <a:cs typeface="Arial"/>
              </a:rPr>
              <a:t>No universal rules </a:t>
            </a:r>
            <a:r>
              <a:rPr sz="2400" dirty="0">
                <a:latin typeface="Arial"/>
                <a:cs typeface="Arial"/>
              </a:rPr>
              <a:t>(contrast </a:t>
            </a:r>
            <a:r>
              <a:rPr sz="2400" spc="-5" dirty="0">
                <a:latin typeface="Arial"/>
                <a:cs typeface="Arial"/>
              </a:rPr>
              <a:t>with classical</a:t>
            </a:r>
            <a:r>
              <a:rPr sz="2400" spc="125" dirty="0">
                <a:latin typeface="Arial"/>
                <a:cs typeface="Arial"/>
              </a:rPr>
              <a:t> </a:t>
            </a:r>
            <a:r>
              <a:rPr sz="2400" spc="-5" dirty="0">
                <a:latin typeface="Arial"/>
                <a:cs typeface="Arial"/>
              </a:rPr>
              <a:t>theories)</a:t>
            </a:r>
            <a:endParaRPr sz="2400" dirty="0">
              <a:latin typeface="Arial"/>
              <a:cs typeface="Arial"/>
            </a:endParaRPr>
          </a:p>
          <a:p>
            <a:pPr marL="354965" marR="5080">
              <a:lnSpc>
                <a:spcPct val="100000"/>
              </a:lnSpc>
              <a:spcBef>
                <a:spcPts val="580"/>
              </a:spcBef>
            </a:pPr>
            <a:r>
              <a:rPr sz="2400" spc="-5" dirty="0">
                <a:latin typeface="Arial"/>
                <a:cs typeface="Arial"/>
              </a:rPr>
              <a:t>The challenge </a:t>
            </a:r>
            <a:r>
              <a:rPr sz="2400" dirty="0">
                <a:latin typeface="Arial"/>
                <a:cs typeface="Arial"/>
              </a:rPr>
              <a:t>for </a:t>
            </a:r>
            <a:r>
              <a:rPr sz="2400" spc="-5" dirty="0">
                <a:latin typeface="Arial"/>
                <a:cs typeface="Arial"/>
              </a:rPr>
              <a:t>managers is </a:t>
            </a:r>
            <a:r>
              <a:rPr sz="2400" dirty="0">
                <a:latin typeface="Arial"/>
                <a:cs typeface="Arial"/>
              </a:rPr>
              <a:t>to match the correct  </a:t>
            </a:r>
            <a:r>
              <a:rPr sz="2400" spc="-5" dirty="0">
                <a:latin typeface="Arial"/>
                <a:cs typeface="Arial"/>
              </a:rPr>
              <a:t>techniques and decisions </a:t>
            </a:r>
            <a:r>
              <a:rPr sz="2400" dirty="0">
                <a:latin typeface="Arial"/>
                <a:cs typeface="Arial"/>
              </a:rPr>
              <a:t>to the</a:t>
            </a:r>
            <a:r>
              <a:rPr sz="2400" spc="30" dirty="0">
                <a:latin typeface="Arial"/>
                <a:cs typeface="Arial"/>
              </a:rPr>
              <a:t> </a:t>
            </a:r>
            <a:r>
              <a:rPr sz="2400" dirty="0">
                <a:latin typeface="Arial"/>
                <a:cs typeface="Arial"/>
              </a:rPr>
              <a:t>circumstances.</a:t>
            </a:r>
            <a:endParaRPr lang="en-US" sz="2400" dirty="0">
              <a:latin typeface="Arial"/>
              <a:cs typeface="Arial"/>
            </a:endParaRPr>
          </a:p>
          <a:p>
            <a:pPr marL="354965" marR="5080">
              <a:lnSpc>
                <a:spcPct val="100000"/>
              </a:lnSpc>
              <a:spcBef>
                <a:spcPts val="580"/>
              </a:spcBef>
            </a:pPr>
            <a:endParaRPr lang="en-US" sz="2400" dirty="0">
              <a:latin typeface="Arial"/>
              <a:cs typeface="Arial"/>
            </a:endParaRPr>
          </a:p>
          <a:p>
            <a:pPr marL="354965" marR="5080" algn="ctr">
              <a:lnSpc>
                <a:spcPct val="100000"/>
              </a:lnSpc>
              <a:spcBef>
                <a:spcPts val="580"/>
              </a:spcBef>
            </a:pPr>
            <a:r>
              <a:rPr lang="en-US" sz="2800" b="1" dirty="0">
                <a:latin typeface="Arial"/>
                <a:cs typeface="Arial"/>
              </a:rPr>
              <a:t>“if, …… then.”</a:t>
            </a:r>
            <a:endParaRPr sz="2800" b="1" dirty="0">
              <a:latin typeface="Arial"/>
              <a:cs typeface="Arial"/>
            </a:endParaRPr>
          </a:p>
        </p:txBody>
      </p:sp>
      <p:sp>
        <p:nvSpPr>
          <p:cNvPr id="6" name="Slide Number Placeholder 5">
            <a:extLst>
              <a:ext uri="{FF2B5EF4-FFF2-40B4-BE49-F238E27FC236}">
                <a16:creationId xmlns:a16="http://schemas.microsoft.com/office/drawing/2014/main" id="{A80CC06B-448F-4C8D-904C-96AE9D938532}"/>
              </a:ext>
            </a:extLst>
          </p:cNvPr>
          <p:cNvSpPr>
            <a:spLocks noGrp="1"/>
          </p:cNvSpPr>
          <p:nvPr>
            <p:ph type="sldNum" sz="quarter" idx="12"/>
          </p:nvPr>
        </p:nvSpPr>
        <p:spPr/>
        <p:txBody>
          <a:bodyPr/>
          <a:lstStyle/>
          <a:p>
            <a:pPr marL="12700">
              <a:lnSpc>
                <a:spcPts val="2090"/>
              </a:lnSpc>
            </a:pPr>
            <a:fld id="{81D60167-4931-47E6-BA6A-407CBD079E47}" type="slidenum">
              <a:rPr spc="-5" smtClean="0"/>
              <a:t>23</a:t>
            </a:fld>
            <a:endParaRPr spc="-5"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269</TotalTime>
  <Words>889</Words>
  <Application>Microsoft Office PowerPoint</Application>
  <PresentationFormat>On-screen Show (4:3)</PresentationFormat>
  <Paragraphs>142</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Century Gothic</vt:lpstr>
      <vt:lpstr>Times New Roman</vt:lpstr>
      <vt:lpstr>Wingdings</vt:lpstr>
      <vt:lpstr>Wingdings 3</vt:lpstr>
      <vt:lpstr>Ion</vt:lpstr>
      <vt:lpstr>PowerPoint Presentation</vt:lpstr>
      <vt:lpstr>MAJOR APPROACHES to MANAGEMENT</vt:lpstr>
      <vt:lpstr>PowerPoint Presentation</vt:lpstr>
      <vt:lpstr>PowerPoint Presentation</vt:lpstr>
      <vt:lpstr>The classical viewpoint</vt:lpstr>
      <vt:lpstr>Classical theorists</vt:lpstr>
      <vt:lpstr>Scientific Management</vt:lpstr>
      <vt:lpstr>Scientific Management</vt:lpstr>
      <vt:lpstr>Scientific Management</vt:lpstr>
      <vt:lpstr>Administrative Management</vt:lpstr>
      <vt:lpstr>Administrative Management</vt:lpstr>
      <vt:lpstr>Administrative Management</vt:lpstr>
      <vt:lpstr>Administrative Management</vt:lpstr>
      <vt:lpstr>Administrative Management</vt:lpstr>
      <vt:lpstr>Bureaucratic Management</vt:lpstr>
      <vt:lpstr>PowerPoint Presentation</vt:lpstr>
      <vt:lpstr>PowerPoint Presentation</vt:lpstr>
      <vt:lpstr>Quantitative Management</vt:lpstr>
      <vt:lpstr>Behavioural Viewpoint</vt:lpstr>
      <vt:lpstr>Behavioural Viewpoint</vt:lpstr>
      <vt:lpstr>Contemporary Viewpoints</vt:lpstr>
      <vt:lpstr>Systems view of organisations</vt:lpstr>
      <vt:lpstr>Contemporary Viewpoints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Ehsan ul Hassan</cp:lastModifiedBy>
  <cp:revision>24</cp:revision>
  <dcterms:created xsi:type="dcterms:W3CDTF">2020-10-24T18:41:53Z</dcterms:created>
  <dcterms:modified xsi:type="dcterms:W3CDTF">2025-09-15T05:11:51Z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2016-03-22T00:00:00Z</vt:filetime>
  </property>
  <property fmtid="{D5CDD505-2E9C-101B-9397-08002B2CF9AE}" pid="3" name="LastSaved">
    <vt:filetime>2020-10-24T00:00:00Z</vt:filetime>
  </property>
</Properties>
</file>