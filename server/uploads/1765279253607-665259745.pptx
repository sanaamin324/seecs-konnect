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6"/>
  </p:normalViewPr>
  <p:slideViewPr>
    <p:cSldViewPr snapToGrid="0">
      <p:cViewPr varScale="1">
        <p:scale>
          <a:sx n="93" d="100"/>
          <a:sy n="93" d="100"/>
        </p:scale>
        <p:origin x="112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304732-30FC-4761-8070-D012A2524F4A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979AC4B-3BCC-438E-9189-6993410F095A}">
      <dgm:prSet/>
      <dgm:spPr/>
      <dgm:t>
        <a:bodyPr/>
        <a:lstStyle/>
        <a:p>
          <a:r>
            <a:rPr lang="en-US"/>
            <a:t>Explain</a:t>
          </a:r>
        </a:p>
      </dgm:t>
    </dgm:pt>
    <dgm:pt modelId="{7D5B0FCB-26F9-473A-A5CC-BC148D43B71B}" type="parTrans" cxnId="{68D61142-4933-4AAA-A05F-EC736A3FBDCF}">
      <dgm:prSet/>
      <dgm:spPr/>
      <dgm:t>
        <a:bodyPr/>
        <a:lstStyle/>
        <a:p>
          <a:endParaRPr lang="en-US"/>
        </a:p>
      </dgm:t>
    </dgm:pt>
    <dgm:pt modelId="{688C0EBF-24DF-4DA9-AAD4-86641FDA9A8E}" type="sibTrans" cxnId="{68D61142-4933-4AAA-A05F-EC736A3FBDCF}">
      <dgm:prSet/>
      <dgm:spPr/>
      <dgm:t>
        <a:bodyPr/>
        <a:lstStyle/>
        <a:p>
          <a:endParaRPr lang="en-US"/>
        </a:p>
      </dgm:t>
    </dgm:pt>
    <dgm:pt modelId="{B07A5028-5E38-4FE6-8E40-2A5516B8F4CB}">
      <dgm:prSet/>
      <dgm:spPr/>
      <dgm:t>
        <a:bodyPr/>
        <a:lstStyle/>
        <a:p>
          <a:r>
            <a:rPr lang="en-US"/>
            <a:t>Explain Web Engineering vs Web Development.</a:t>
          </a:r>
        </a:p>
      </dgm:t>
    </dgm:pt>
    <dgm:pt modelId="{61B0C5D8-6C6E-4FFF-B646-5EDC87AB38E5}" type="parTrans" cxnId="{C89C71C7-F690-4BC5-86F7-773B230EED62}">
      <dgm:prSet/>
      <dgm:spPr/>
      <dgm:t>
        <a:bodyPr/>
        <a:lstStyle/>
        <a:p>
          <a:endParaRPr lang="en-US"/>
        </a:p>
      </dgm:t>
    </dgm:pt>
    <dgm:pt modelId="{81808AE7-FB67-49DD-BC57-ED04C1C56B72}" type="sibTrans" cxnId="{C89C71C7-F690-4BC5-86F7-773B230EED62}">
      <dgm:prSet/>
      <dgm:spPr/>
      <dgm:t>
        <a:bodyPr/>
        <a:lstStyle/>
        <a:p>
          <a:endParaRPr lang="en-US"/>
        </a:p>
      </dgm:t>
    </dgm:pt>
    <dgm:pt modelId="{506217DB-061D-4801-8AB4-D15927DF1194}">
      <dgm:prSet/>
      <dgm:spPr/>
      <dgm:t>
        <a:bodyPr/>
        <a:lstStyle/>
        <a:p>
          <a:r>
            <a:rPr lang="en-US"/>
            <a:t>Identify</a:t>
          </a:r>
        </a:p>
      </dgm:t>
    </dgm:pt>
    <dgm:pt modelId="{A0A84855-F602-43D1-90D9-8609FD48C74D}" type="parTrans" cxnId="{3BC0AD39-16D1-4D35-91F8-592F7DDC83C5}">
      <dgm:prSet/>
      <dgm:spPr/>
      <dgm:t>
        <a:bodyPr/>
        <a:lstStyle/>
        <a:p>
          <a:endParaRPr lang="en-US"/>
        </a:p>
      </dgm:t>
    </dgm:pt>
    <dgm:pt modelId="{AAF92A2B-ADF2-4F4A-84D2-32BA02C692CC}" type="sibTrans" cxnId="{3BC0AD39-16D1-4D35-91F8-592F7DDC83C5}">
      <dgm:prSet/>
      <dgm:spPr/>
      <dgm:t>
        <a:bodyPr/>
        <a:lstStyle/>
        <a:p>
          <a:endParaRPr lang="en-US"/>
        </a:p>
      </dgm:t>
    </dgm:pt>
    <dgm:pt modelId="{344551C1-6068-411B-80BE-316221023549}">
      <dgm:prSet/>
      <dgm:spPr/>
      <dgm:t>
        <a:bodyPr/>
        <a:lstStyle/>
        <a:p>
          <a:r>
            <a:rPr lang="en-US"/>
            <a:t>Identify key challenges in web apps.</a:t>
          </a:r>
        </a:p>
      </dgm:t>
    </dgm:pt>
    <dgm:pt modelId="{FF5A28AB-D958-4922-8D40-0B457BCC669F}" type="parTrans" cxnId="{BBBE4C3A-8A4B-404F-AA93-D800CEA7F4CC}">
      <dgm:prSet/>
      <dgm:spPr/>
      <dgm:t>
        <a:bodyPr/>
        <a:lstStyle/>
        <a:p>
          <a:endParaRPr lang="en-US"/>
        </a:p>
      </dgm:t>
    </dgm:pt>
    <dgm:pt modelId="{7AC32C6B-50E6-4986-A664-3348B5771649}" type="sibTrans" cxnId="{BBBE4C3A-8A4B-404F-AA93-D800CEA7F4CC}">
      <dgm:prSet/>
      <dgm:spPr/>
      <dgm:t>
        <a:bodyPr/>
        <a:lstStyle/>
        <a:p>
          <a:endParaRPr lang="en-US"/>
        </a:p>
      </dgm:t>
    </dgm:pt>
    <dgm:pt modelId="{066ED61A-C7A2-403A-9E25-F828C3FA4025}">
      <dgm:prSet/>
      <dgm:spPr/>
      <dgm:t>
        <a:bodyPr/>
        <a:lstStyle/>
        <a:p>
          <a:r>
            <a:rPr lang="en-US"/>
            <a:t>Analyze</a:t>
          </a:r>
        </a:p>
      </dgm:t>
    </dgm:pt>
    <dgm:pt modelId="{FF7D1D7E-BC5D-475D-A097-2DCA42BF8F3B}" type="parTrans" cxnId="{73C88101-BB2D-46F7-B0F8-A2DD379CFC52}">
      <dgm:prSet/>
      <dgm:spPr/>
      <dgm:t>
        <a:bodyPr/>
        <a:lstStyle/>
        <a:p>
          <a:endParaRPr lang="en-US"/>
        </a:p>
      </dgm:t>
    </dgm:pt>
    <dgm:pt modelId="{54C0550E-4C00-4E59-8B07-893CFB630307}" type="sibTrans" cxnId="{73C88101-BB2D-46F7-B0F8-A2DD379CFC52}">
      <dgm:prSet/>
      <dgm:spPr/>
      <dgm:t>
        <a:bodyPr/>
        <a:lstStyle/>
        <a:p>
          <a:endParaRPr lang="en-US"/>
        </a:p>
      </dgm:t>
    </dgm:pt>
    <dgm:pt modelId="{4C3D958D-0CEC-409F-9FD8-4B42E8BC3021}">
      <dgm:prSet/>
      <dgm:spPr/>
      <dgm:t>
        <a:bodyPr/>
        <a:lstStyle/>
        <a:p>
          <a:r>
            <a:rPr lang="en-US"/>
            <a:t>Analyze real-world success &amp; failure examples.</a:t>
          </a:r>
        </a:p>
      </dgm:t>
    </dgm:pt>
    <dgm:pt modelId="{6FA83855-B80C-40E6-8600-2725424FC49A}" type="parTrans" cxnId="{C5EC21C2-C43F-4FE9-A909-4BD455E52A31}">
      <dgm:prSet/>
      <dgm:spPr/>
      <dgm:t>
        <a:bodyPr/>
        <a:lstStyle/>
        <a:p>
          <a:endParaRPr lang="en-US"/>
        </a:p>
      </dgm:t>
    </dgm:pt>
    <dgm:pt modelId="{0ECB1D3D-3BBA-42CC-A9F5-DF5C721800BA}" type="sibTrans" cxnId="{C5EC21C2-C43F-4FE9-A909-4BD455E52A31}">
      <dgm:prSet/>
      <dgm:spPr/>
      <dgm:t>
        <a:bodyPr/>
        <a:lstStyle/>
        <a:p>
          <a:endParaRPr lang="en-US"/>
        </a:p>
      </dgm:t>
    </dgm:pt>
    <dgm:pt modelId="{78EE4ACA-120E-4977-9A48-807856CD310F}">
      <dgm:prSet/>
      <dgm:spPr/>
      <dgm:t>
        <a:bodyPr/>
        <a:lstStyle/>
        <a:p>
          <a:r>
            <a:rPr lang="en-US"/>
            <a:t>Recognize</a:t>
          </a:r>
        </a:p>
      </dgm:t>
    </dgm:pt>
    <dgm:pt modelId="{023C1DC0-3F6B-4372-82FD-8188D7373990}" type="parTrans" cxnId="{B50B648E-BE0B-4793-AE0B-B29BF0FD3338}">
      <dgm:prSet/>
      <dgm:spPr/>
      <dgm:t>
        <a:bodyPr/>
        <a:lstStyle/>
        <a:p>
          <a:endParaRPr lang="en-US"/>
        </a:p>
      </dgm:t>
    </dgm:pt>
    <dgm:pt modelId="{8A0D5560-B7F9-471D-AD95-9DAA94CED9C2}" type="sibTrans" cxnId="{B50B648E-BE0B-4793-AE0B-B29BF0FD3338}">
      <dgm:prSet/>
      <dgm:spPr/>
      <dgm:t>
        <a:bodyPr/>
        <a:lstStyle/>
        <a:p>
          <a:endParaRPr lang="en-US"/>
        </a:p>
      </dgm:t>
    </dgm:pt>
    <dgm:pt modelId="{21A334AA-4F95-451E-B7E8-D9BB7352060D}">
      <dgm:prSet/>
      <dgm:spPr/>
      <dgm:t>
        <a:bodyPr/>
        <a:lstStyle/>
        <a:p>
          <a:r>
            <a:rPr lang="en-US"/>
            <a:t>Recognize key domains in Web Engineering.</a:t>
          </a:r>
        </a:p>
      </dgm:t>
    </dgm:pt>
    <dgm:pt modelId="{241AF637-0A73-41E3-A22B-ABB10D1D8E6A}" type="parTrans" cxnId="{20250D34-467F-4A7A-B926-93628B640B12}">
      <dgm:prSet/>
      <dgm:spPr/>
      <dgm:t>
        <a:bodyPr/>
        <a:lstStyle/>
        <a:p>
          <a:endParaRPr lang="en-US"/>
        </a:p>
      </dgm:t>
    </dgm:pt>
    <dgm:pt modelId="{9B2B9853-BD4E-4645-83A0-10438632ACFB}" type="sibTrans" cxnId="{20250D34-467F-4A7A-B926-93628B640B12}">
      <dgm:prSet/>
      <dgm:spPr/>
      <dgm:t>
        <a:bodyPr/>
        <a:lstStyle/>
        <a:p>
          <a:endParaRPr lang="en-US"/>
        </a:p>
      </dgm:t>
    </dgm:pt>
    <dgm:pt modelId="{15601F5B-9E63-F24B-84EF-29E73F365C47}" type="pres">
      <dgm:prSet presAssocID="{46304732-30FC-4761-8070-D012A2524F4A}" presName="Name0" presStyleCnt="0">
        <dgm:presLayoutVars>
          <dgm:dir/>
          <dgm:animLvl val="lvl"/>
          <dgm:resizeHandles val="exact"/>
        </dgm:presLayoutVars>
      </dgm:prSet>
      <dgm:spPr/>
    </dgm:pt>
    <dgm:pt modelId="{E0614629-7C2A-8145-BF2E-4BD2996ABF52}" type="pres">
      <dgm:prSet presAssocID="{4979AC4B-3BCC-438E-9189-6993410F095A}" presName="composite" presStyleCnt="0"/>
      <dgm:spPr/>
    </dgm:pt>
    <dgm:pt modelId="{FA303661-ACB4-AA47-A9A2-1DE3FABB3AF0}" type="pres">
      <dgm:prSet presAssocID="{4979AC4B-3BCC-438E-9189-6993410F095A}" presName="parTx" presStyleLbl="alignNode1" presStyleIdx="0" presStyleCnt="4">
        <dgm:presLayoutVars>
          <dgm:chMax val="0"/>
          <dgm:chPref val="0"/>
        </dgm:presLayoutVars>
      </dgm:prSet>
      <dgm:spPr/>
    </dgm:pt>
    <dgm:pt modelId="{246983B8-ED61-714C-A067-B15C5743278D}" type="pres">
      <dgm:prSet presAssocID="{4979AC4B-3BCC-438E-9189-6993410F095A}" presName="desTx" presStyleLbl="alignAccFollowNode1" presStyleIdx="0" presStyleCnt="4">
        <dgm:presLayoutVars/>
      </dgm:prSet>
      <dgm:spPr/>
    </dgm:pt>
    <dgm:pt modelId="{F8F6A74D-69BB-B641-9593-18A31EB0D717}" type="pres">
      <dgm:prSet presAssocID="{688C0EBF-24DF-4DA9-AAD4-86641FDA9A8E}" presName="space" presStyleCnt="0"/>
      <dgm:spPr/>
    </dgm:pt>
    <dgm:pt modelId="{FD5E5937-4CDB-8844-86CB-05C81297CE68}" type="pres">
      <dgm:prSet presAssocID="{506217DB-061D-4801-8AB4-D15927DF1194}" presName="composite" presStyleCnt="0"/>
      <dgm:spPr/>
    </dgm:pt>
    <dgm:pt modelId="{10334A76-08F0-D24C-94B8-04ECEE35B01E}" type="pres">
      <dgm:prSet presAssocID="{506217DB-061D-4801-8AB4-D15927DF1194}" presName="parTx" presStyleLbl="alignNode1" presStyleIdx="1" presStyleCnt="4">
        <dgm:presLayoutVars>
          <dgm:chMax val="0"/>
          <dgm:chPref val="0"/>
        </dgm:presLayoutVars>
      </dgm:prSet>
      <dgm:spPr/>
    </dgm:pt>
    <dgm:pt modelId="{42A87C11-AC4C-4341-B0C6-38B5B4F20A25}" type="pres">
      <dgm:prSet presAssocID="{506217DB-061D-4801-8AB4-D15927DF1194}" presName="desTx" presStyleLbl="alignAccFollowNode1" presStyleIdx="1" presStyleCnt="4">
        <dgm:presLayoutVars/>
      </dgm:prSet>
      <dgm:spPr/>
    </dgm:pt>
    <dgm:pt modelId="{116B2D2E-2881-444E-96D8-4AEE769B98DD}" type="pres">
      <dgm:prSet presAssocID="{AAF92A2B-ADF2-4F4A-84D2-32BA02C692CC}" presName="space" presStyleCnt="0"/>
      <dgm:spPr/>
    </dgm:pt>
    <dgm:pt modelId="{54E72C4E-9EB7-E742-B2C1-B9AF1DC0AE44}" type="pres">
      <dgm:prSet presAssocID="{066ED61A-C7A2-403A-9E25-F828C3FA4025}" presName="composite" presStyleCnt="0"/>
      <dgm:spPr/>
    </dgm:pt>
    <dgm:pt modelId="{7708F667-774B-2F44-AFCF-6B37468430E9}" type="pres">
      <dgm:prSet presAssocID="{066ED61A-C7A2-403A-9E25-F828C3FA4025}" presName="parTx" presStyleLbl="alignNode1" presStyleIdx="2" presStyleCnt="4">
        <dgm:presLayoutVars>
          <dgm:chMax val="0"/>
          <dgm:chPref val="0"/>
        </dgm:presLayoutVars>
      </dgm:prSet>
      <dgm:spPr/>
    </dgm:pt>
    <dgm:pt modelId="{2B95FA4D-BAF1-AF4C-8DBE-2993BB374D32}" type="pres">
      <dgm:prSet presAssocID="{066ED61A-C7A2-403A-9E25-F828C3FA4025}" presName="desTx" presStyleLbl="alignAccFollowNode1" presStyleIdx="2" presStyleCnt="4">
        <dgm:presLayoutVars/>
      </dgm:prSet>
      <dgm:spPr/>
    </dgm:pt>
    <dgm:pt modelId="{5D8E106D-46FA-B145-89A3-773BE3825DF0}" type="pres">
      <dgm:prSet presAssocID="{54C0550E-4C00-4E59-8B07-893CFB630307}" presName="space" presStyleCnt="0"/>
      <dgm:spPr/>
    </dgm:pt>
    <dgm:pt modelId="{2F742FA9-551A-4E43-92CC-E486C95A9CD8}" type="pres">
      <dgm:prSet presAssocID="{78EE4ACA-120E-4977-9A48-807856CD310F}" presName="composite" presStyleCnt="0"/>
      <dgm:spPr/>
    </dgm:pt>
    <dgm:pt modelId="{28D9F585-28A8-7A4E-B891-2722AB0970AA}" type="pres">
      <dgm:prSet presAssocID="{78EE4ACA-120E-4977-9A48-807856CD310F}" presName="parTx" presStyleLbl="alignNode1" presStyleIdx="3" presStyleCnt="4">
        <dgm:presLayoutVars>
          <dgm:chMax val="0"/>
          <dgm:chPref val="0"/>
        </dgm:presLayoutVars>
      </dgm:prSet>
      <dgm:spPr/>
    </dgm:pt>
    <dgm:pt modelId="{AE8ED69D-B1D4-514E-ABC6-12720A67D0C0}" type="pres">
      <dgm:prSet presAssocID="{78EE4ACA-120E-4977-9A48-807856CD310F}" presName="desTx" presStyleLbl="alignAccFollowNode1" presStyleIdx="3" presStyleCnt="4">
        <dgm:presLayoutVars/>
      </dgm:prSet>
      <dgm:spPr/>
    </dgm:pt>
  </dgm:ptLst>
  <dgm:cxnLst>
    <dgm:cxn modelId="{73C88101-BB2D-46F7-B0F8-A2DD379CFC52}" srcId="{46304732-30FC-4761-8070-D012A2524F4A}" destId="{066ED61A-C7A2-403A-9E25-F828C3FA4025}" srcOrd="2" destOrd="0" parTransId="{FF7D1D7E-BC5D-475D-A097-2DCA42BF8F3B}" sibTransId="{54C0550E-4C00-4E59-8B07-893CFB630307}"/>
    <dgm:cxn modelId="{20250D34-467F-4A7A-B926-93628B640B12}" srcId="{78EE4ACA-120E-4977-9A48-807856CD310F}" destId="{21A334AA-4F95-451E-B7E8-D9BB7352060D}" srcOrd="0" destOrd="0" parTransId="{241AF637-0A73-41E3-A22B-ABB10D1D8E6A}" sibTransId="{9B2B9853-BD4E-4645-83A0-10438632ACFB}"/>
    <dgm:cxn modelId="{3BC0AD39-16D1-4D35-91F8-592F7DDC83C5}" srcId="{46304732-30FC-4761-8070-D012A2524F4A}" destId="{506217DB-061D-4801-8AB4-D15927DF1194}" srcOrd="1" destOrd="0" parTransId="{A0A84855-F602-43D1-90D9-8609FD48C74D}" sibTransId="{AAF92A2B-ADF2-4F4A-84D2-32BA02C692CC}"/>
    <dgm:cxn modelId="{BBBE4C3A-8A4B-404F-AA93-D800CEA7F4CC}" srcId="{506217DB-061D-4801-8AB4-D15927DF1194}" destId="{344551C1-6068-411B-80BE-316221023549}" srcOrd="0" destOrd="0" parTransId="{FF5A28AB-D958-4922-8D40-0B457BCC669F}" sibTransId="{7AC32C6B-50E6-4986-A664-3348B5771649}"/>
    <dgm:cxn modelId="{3C98C23A-EFB5-C943-A174-B871899A632A}" type="presOf" srcId="{B07A5028-5E38-4FE6-8E40-2A5516B8F4CB}" destId="{246983B8-ED61-714C-A067-B15C5743278D}" srcOrd="0" destOrd="0" presId="urn:microsoft.com/office/officeart/2016/7/layout/ChevronBlockProcess"/>
    <dgm:cxn modelId="{68D61142-4933-4AAA-A05F-EC736A3FBDCF}" srcId="{46304732-30FC-4761-8070-D012A2524F4A}" destId="{4979AC4B-3BCC-438E-9189-6993410F095A}" srcOrd="0" destOrd="0" parTransId="{7D5B0FCB-26F9-473A-A5CC-BC148D43B71B}" sibTransId="{688C0EBF-24DF-4DA9-AAD4-86641FDA9A8E}"/>
    <dgm:cxn modelId="{1B310847-27DB-424E-B4F9-709B6297B28A}" type="presOf" srcId="{4C3D958D-0CEC-409F-9FD8-4B42E8BC3021}" destId="{2B95FA4D-BAF1-AF4C-8DBE-2993BB374D32}" srcOrd="0" destOrd="0" presId="urn:microsoft.com/office/officeart/2016/7/layout/ChevronBlockProcess"/>
    <dgm:cxn modelId="{01D17E62-F7BA-0247-834F-B037D8222337}" type="presOf" srcId="{46304732-30FC-4761-8070-D012A2524F4A}" destId="{15601F5B-9E63-F24B-84EF-29E73F365C47}" srcOrd="0" destOrd="0" presId="urn:microsoft.com/office/officeart/2016/7/layout/ChevronBlockProcess"/>
    <dgm:cxn modelId="{C1C78067-7EAD-C241-B0D0-F7DF31AACE0F}" type="presOf" srcId="{344551C1-6068-411B-80BE-316221023549}" destId="{42A87C11-AC4C-4341-B0C6-38B5B4F20A25}" srcOrd="0" destOrd="0" presId="urn:microsoft.com/office/officeart/2016/7/layout/ChevronBlockProcess"/>
    <dgm:cxn modelId="{E69CDD78-16D2-7241-BF65-E3DFF2B680AF}" type="presOf" srcId="{21A334AA-4F95-451E-B7E8-D9BB7352060D}" destId="{AE8ED69D-B1D4-514E-ABC6-12720A67D0C0}" srcOrd="0" destOrd="0" presId="urn:microsoft.com/office/officeart/2016/7/layout/ChevronBlockProcess"/>
    <dgm:cxn modelId="{B50B648E-BE0B-4793-AE0B-B29BF0FD3338}" srcId="{46304732-30FC-4761-8070-D012A2524F4A}" destId="{78EE4ACA-120E-4977-9A48-807856CD310F}" srcOrd="3" destOrd="0" parTransId="{023C1DC0-3F6B-4372-82FD-8188D7373990}" sibTransId="{8A0D5560-B7F9-471D-AD95-9DAA94CED9C2}"/>
    <dgm:cxn modelId="{246042A1-F4DE-BD4E-90EC-28A222F75AD0}" type="presOf" srcId="{4979AC4B-3BCC-438E-9189-6993410F095A}" destId="{FA303661-ACB4-AA47-A9A2-1DE3FABB3AF0}" srcOrd="0" destOrd="0" presId="urn:microsoft.com/office/officeart/2016/7/layout/ChevronBlockProcess"/>
    <dgm:cxn modelId="{C5EC21C2-C43F-4FE9-A909-4BD455E52A31}" srcId="{066ED61A-C7A2-403A-9E25-F828C3FA4025}" destId="{4C3D958D-0CEC-409F-9FD8-4B42E8BC3021}" srcOrd="0" destOrd="0" parTransId="{6FA83855-B80C-40E6-8600-2725424FC49A}" sibTransId="{0ECB1D3D-3BBA-42CC-A9F5-DF5C721800BA}"/>
    <dgm:cxn modelId="{C89C71C7-F690-4BC5-86F7-773B230EED62}" srcId="{4979AC4B-3BCC-438E-9189-6993410F095A}" destId="{B07A5028-5E38-4FE6-8E40-2A5516B8F4CB}" srcOrd="0" destOrd="0" parTransId="{61B0C5D8-6C6E-4FFF-B646-5EDC87AB38E5}" sibTransId="{81808AE7-FB67-49DD-BC57-ED04C1C56B72}"/>
    <dgm:cxn modelId="{0B66B3C9-B68D-7E44-BFAA-441E01CED17C}" type="presOf" srcId="{78EE4ACA-120E-4977-9A48-807856CD310F}" destId="{28D9F585-28A8-7A4E-B891-2722AB0970AA}" srcOrd="0" destOrd="0" presId="urn:microsoft.com/office/officeart/2016/7/layout/ChevronBlockProcess"/>
    <dgm:cxn modelId="{8E2018D6-62E6-8341-8D93-0501A2D3B73E}" type="presOf" srcId="{066ED61A-C7A2-403A-9E25-F828C3FA4025}" destId="{7708F667-774B-2F44-AFCF-6B37468430E9}" srcOrd="0" destOrd="0" presId="urn:microsoft.com/office/officeart/2016/7/layout/ChevronBlockProcess"/>
    <dgm:cxn modelId="{3689ACFC-F0F0-514B-B5BE-82B8E8022CB0}" type="presOf" srcId="{506217DB-061D-4801-8AB4-D15927DF1194}" destId="{10334A76-08F0-D24C-94B8-04ECEE35B01E}" srcOrd="0" destOrd="0" presId="urn:microsoft.com/office/officeart/2016/7/layout/ChevronBlockProcess"/>
    <dgm:cxn modelId="{2A039930-1F8A-284B-B541-481D9BFC8A84}" type="presParOf" srcId="{15601F5B-9E63-F24B-84EF-29E73F365C47}" destId="{E0614629-7C2A-8145-BF2E-4BD2996ABF52}" srcOrd="0" destOrd="0" presId="urn:microsoft.com/office/officeart/2016/7/layout/ChevronBlockProcess"/>
    <dgm:cxn modelId="{824FE746-789A-1142-9E9C-5AA14B5273B2}" type="presParOf" srcId="{E0614629-7C2A-8145-BF2E-4BD2996ABF52}" destId="{FA303661-ACB4-AA47-A9A2-1DE3FABB3AF0}" srcOrd="0" destOrd="0" presId="urn:microsoft.com/office/officeart/2016/7/layout/ChevronBlockProcess"/>
    <dgm:cxn modelId="{46622D4B-A067-A24F-940B-6BF738499661}" type="presParOf" srcId="{E0614629-7C2A-8145-BF2E-4BD2996ABF52}" destId="{246983B8-ED61-714C-A067-B15C5743278D}" srcOrd="1" destOrd="0" presId="urn:microsoft.com/office/officeart/2016/7/layout/ChevronBlockProcess"/>
    <dgm:cxn modelId="{7002F6EC-9053-364C-8CEF-7D99126CAEF7}" type="presParOf" srcId="{15601F5B-9E63-F24B-84EF-29E73F365C47}" destId="{F8F6A74D-69BB-B641-9593-18A31EB0D717}" srcOrd="1" destOrd="0" presId="urn:microsoft.com/office/officeart/2016/7/layout/ChevronBlockProcess"/>
    <dgm:cxn modelId="{B8C6652F-9CD7-D54C-A8B4-5F55D2185B91}" type="presParOf" srcId="{15601F5B-9E63-F24B-84EF-29E73F365C47}" destId="{FD5E5937-4CDB-8844-86CB-05C81297CE68}" srcOrd="2" destOrd="0" presId="urn:microsoft.com/office/officeart/2016/7/layout/ChevronBlockProcess"/>
    <dgm:cxn modelId="{E536467F-C617-7344-9964-20036FBA4F22}" type="presParOf" srcId="{FD5E5937-4CDB-8844-86CB-05C81297CE68}" destId="{10334A76-08F0-D24C-94B8-04ECEE35B01E}" srcOrd="0" destOrd="0" presId="urn:microsoft.com/office/officeart/2016/7/layout/ChevronBlockProcess"/>
    <dgm:cxn modelId="{9F00C7CD-2188-8245-9C5D-03E5942B0D98}" type="presParOf" srcId="{FD5E5937-4CDB-8844-86CB-05C81297CE68}" destId="{42A87C11-AC4C-4341-B0C6-38B5B4F20A25}" srcOrd="1" destOrd="0" presId="urn:microsoft.com/office/officeart/2016/7/layout/ChevronBlockProcess"/>
    <dgm:cxn modelId="{B7C810B6-059D-4A46-98DB-7D7C7D15FE7A}" type="presParOf" srcId="{15601F5B-9E63-F24B-84EF-29E73F365C47}" destId="{116B2D2E-2881-444E-96D8-4AEE769B98DD}" srcOrd="3" destOrd="0" presId="urn:microsoft.com/office/officeart/2016/7/layout/ChevronBlockProcess"/>
    <dgm:cxn modelId="{A615DE97-A9C4-4843-9356-51CC0538F519}" type="presParOf" srcId="{15601F5B-9E63-F24B-84EF-29E73F365C47}" destId="{54E72C4E-9EB7-E742-B2C1-B9AF1DC0AE44}" srcOrd="4" destOrd="0" presId="urn:microsoft.com/office/officeart/2016/7/layout/ChevronBlockProcess"/>
    <dgm:cxn modelId="{A1324A41-D3B9-A046-A9DA-A3F81C8FC479}" type="presParOf" srcId="{54E72C4E-9EB7-E742-B2C1-B9AF1DC0AE44}" destId="{7708F667-774B-2F44-AFCF-6B37468430E9}" srcOrd="0" destOrd="0" presId="urn:microsoft.com/office/officeart/2016/7/layout/ChevronBlockProcess"/>
    <dgm:cxn modelId="{86E61744-FD08-994D-8DFF-55C4D60239D8}" type="presParOf" srcId="{54E72C4E-9EB7-E742-B2C1-B9AF1DC0AE44}" destId="{2B95FA4D-BAF1-AF4C-8DBE-2993BB374D32}" srcOrd="1" destOrd="0" presId="urn:microsoft.com/office/officeart/2016/7/layout/ChevronBlockProcess"/>
    <dgm:cxn modelId="{495F3070-C808-794D-BE18-19640939F87D}" type="presParOf" srcId="{15601F5B-9E63-F24B-84EF-29E73F365C47}" destId="{5D8E106D-46FA-B145-89A3-773BE3825DF0}" srcOrd="5" destOrd="0" presId="urn:microsoft.com/office/officeart/2016/7/layout/ChevronBlockProcess"/>
    <dgm:cxn modelId="{035BEB19-7ED5-F445-91EC-86E1582F1A01}" type="presParOf" srcId="{15601F5B-9E63-F24B-84EF-29E73F365C47}" destId="{2F742FA9-551A-4E43-92CC-E486C95A9CD8}" srcOrd="6" destOrd="0" presId="urn:microsoft.com/office/officeart/2016/7/layout/ChevronBlockProcess"/>
    <dgm:cxn modelId="{76194556-0369-F24E-BB4F-7DAED2995B53}" type="presParOf" srcId="{2F742FA9-551A-4E43-92CC-E486C95A9CD8}" destId="{28D9F585-28A8-7A4E-B891-2722AB0970AA}" srcOrd="0" destOrd="0" presId="urn:microsoft.com/office/officeart/2016/7/layout/ChevronBlockProcess"/>
    <dgm:cxn modelId="{C86110EF-CE3E-3F4E-BA53-FF71F90DD23D}" type="presParOf" srcId="{2F742FA9-551A-4E43-92CC-E486C95A9CD8}" destId="{AE8ED69D-B1D4-514E-ABC6-12720A67D0C0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EE368A-B3A0-47CB-91AE-FD9E92472F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3119FA6-3F31-40A0-988E-3AD366864EB7}">
      <dgm:prSet/>
      <dgm:spPr/>
      <dgm:t>
        <a:bodyPr/>
        <a:lstStyle/>
        <a:p>
          <a:r>
            <a:rPr lang="en-GB"/>
            <a:t>The study of the process used to create high quality Web-based applications.</a:t>
          </a:r>
          <a:endParaRPr lang="en-US"/>
        </a:p>
      </dgm:t>
    </dgm:pt>
    <dgm:pt modelId="{BD52EDF6-ED71-4C39-B159-20807F751C3B}" type="parTrans" cxnId="{26BABE5D-0EA3-4D5C-8936-54D12452CB42}">
      <dgm:prSet/>
      <dgm:spPr/>
      <dgm:t>
        <a:bodyPr/>
        <a:lstStyle/>
        <a:p>
          <a:endParaRPr lang="en-US"/>
        </a:p>
      </dgm:t>
    </dgm:pt>
    <dgm:pt modelId="{BE3FB5EF-FDD9-4AC9-93F8-88A2C9358CD3}" type="sibTrans" cxnId="{26BABE5D-0EA3-4D5C-8936-54D12452CB42}">
      <dgm:prSet/>
      <dgm:spPr/>
      <dgm:t>
        <a:bodyPr/>
        <a:lstStyle/>
        <a:p>
          <a:endParaRPr lang="en-US"/>
        </a:p>
      </dgm:t>
    </dgm:pt>
    <dgm:pt modelId="{2041574A-5CA9-4DF0-B3BD-AA702A177C10}">
      <dgm:prSet/>
      <dgm:spPr/>
      <dgm:t>
        <a:bodyPr/>
        <a:lstStyle/>
        <a:p>
          <a:r>
            <a:rPr lang="en-GB"/>
            <a:t>Systematic, disciplined, quantifiable approach to web app development &amp; maintenance.</a:t>
          </a:r>
          <a:endParaRPr lang="en-US"/>
        </a:p>
      </dgm:t>
    </dgm:pt>
    <dgm:pt modelId="{D7E4D347-1131-4E11-A7E6-42D7FEAC318E}" type="parTrans" cxnId="{A9A7B45D-F52D-4B4B-BE35-6E270ECAEFA4}">
      <dgm:prSet/>
      <dgm:spPr/>
      <dgm:t>
        <a:bodyPr/>
        <a:lstStyle/>
        <a:p>
          <a:endParaRPr lang="en-US"/>
        </a:p>
      </dgm:t>
    </dgm:pt>
    <dgm:pt modelId="{B3EC9F56-B1D7-47A2-8C9B-298E193E2424}" type="sibTrans" cxnId="{A9A7B45D-F52D-4B4B-BE35-6E270ECAEFA4}">
      <dgm:prSet/>
      <dgm:spPr/>
      <dgm:t>
        <a:bodyPr/>
        <a:lstStyle/>
        <a:p>
          <a:endParaRPr lang="en-US"/>
        </a:p>
      </dgm:t>
    </dgm:pt>
    <dgm:pt modelId="{A23A78BD-22F8-4404-A56B-739B32B2610F}">
      <dgm:prSet/>
      <dgm:spPr/>
      <dgm:t>
        <a:bodyPr/>
        <a:lstStyle/>
        <a:p>
          <a:r>
            <a:rPr lang="en-GB" dirty="0"/>
            <a:t>Based on Software Engineering principles.</a:t>
          </a:r>
          <a:endParaRPr lang="en-US" dirty="0"/>
        </a:p>
      </dgm:t>
    </dgm:pt>
    <dgm:pt modelId="{E41BF25B-D32F-4AE6-AD03-E17947CA32AB}" type="parTrans" cxnId="{E56B808F-A60B-4A8A-BCA9-1DC3879D2D0B}">
      <dgm:prSet/>
      <dgm:spPr/>
      <dgm:t>
        <a:bodyPr/>
        <a:lstStyle/>
        <a:p>
          <a:endParaRPr lang="en-US"/>
        </a:p>
      </dgm:t>
    </dgm:pt>
    <dgm:pt modelId="{DA5FA051-D1A1-477C-A358-820834E0B44A}" type="sibTrans" cxnId="{E56B808F-A60B-4A8A-BCA9-1DC3879D2D0B}">
      <dgm:prSet/>
      <dgm:spPr/>
      <dgm:t>
        <a:bodyPr/>
        <a:lstStyle/>
        <a:p>
          <a:endParaRPr lang="en-US"/>
        </a:p>
      </dgm:t>
    </dgm:pt>
    <dgm:pt modelId="{76A26425-982F-453E-A942-2225C923F6C0}" type="pres">
      <dgm:prSet presAssocID="{83EE368A-B3A0-47CB-91AE-FD9E92472F64}" presName="root" presStyleCnt="0">
        <dgm:presLayoutVars>
          <dgm:dir/>
          <dgm:resizeHandles val="exact"/>
        </dgm:presLayoutVars>
      </dgm:prSet>
      <dgm:spPr/>
    </dgm:pt>
    <dgm:pt modelId="{E0028317-D50B-4D35-82D8-E1F6CC1636FA}" type="pres">
      <dgm:prSet presAssocID="{D3119FA6-3F31-40A0-988E-3AD366864EB7}" presName="compNode" presStyleCnt="0"/>
      <dgm:spPr/>
    </dgm:pt>
    <dgm:pt modelId="{9B86C1E5-83C2-47BF-8A0F-2250F0459F79}" type="pres">
      <dgm:prSet presAssocID="{D3119FA6-3F31-40A0-988E-3AD366864EB7}" presName="bgRect" presStyleLbl="bgShp" presStyleIdx="0" presStyleCnt="3"/>
      <dgm:spPr/>
    </dgm:pt>
    <dgm:pt modelId="{CD4939CB-6235-4311-AE85-AFCE6167A570}" type="pres">
      <dgm:prSet presAssocID="{D3119FA6-3F31-40A0-988E-3AD366864E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56D2D35-D89E-40B8-8FDD-EFCDFAEB8E54}" type="pres">
      <dgm:prSet presAssocID="{D3119FA6-3F31-40A0-988E-3AD366864EB7}" presName="spaceRect" presStyleCnt="0"/>
      <dgm:spPr/>
    </dgm:pt>
    <dgm:pt modelId="{C23C6EE3-008F-4D00-9ED5-70821244E878}" type="pres">
      <dgm:prSet presAssocID="{D3119FA6-3F31-40A0-988E-3AD366864EB7}" presName="parTx" presStyleLbl="revTx" presStyleIdx="0" presStyleCnt="3">
        <dgm:presLayoutVars>
          <dgm:chMax val="0"/>
          <dgm:chPref val="0"/>
        </dgm:presLayoutVars>
      </dgm:prSet>
      <dgm:spPr/>
    </dgm:pt>
    <dgm:pt modelId="{8C80C627-BBB8-412B-922E-28C0FB2FFD94}" type="pres">
      <dgm:prSet presAssocID="{BE3FB5EF-FDD9-4AC9-93F8-88A2C9358CD3}" presName="sibTrans" presStyleCnt="0"/>
      <dgm:spPr/>
    </dgm:pt>
    <dgm:pt modelId="{C8D82736-DB50-4E7C-A88C-22D2B9894146}" type="pres">
      <dgm:prSet presAssocID="{2041574A-5CA9-4DF0-B3BD-AA702A177C10}" presName="compNode" presStyleCnt="0"/>
      <dgm:spPr/>
    </dgm:pt>
    <dgm:pt modelId="{31EDE559-3444-4B4A-8C0E-13DC2888A9E9}" type="pres">
      <dgm:prSet presAssocID="{2041574A-5CA9-4DF0-B3BD-AA702A177C10}" presName="bgRect" presStyleLbl="bgShp" presStyleIdx="1" presStyleCnt="3"/>
      <dgm:spPr/>
    </dgm:pt>
    <dgm:pt modelId="{35BD9998-3AD7-4A39-808A-99466C274BF4}" type="pres">
      <dgm:prSet presAssocID="{2041574A-5CA9-4DF0-B3BD-AA702A177C1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DE2275EC-8118-4D19-AD19-6F73BDD9781D}" type="pres">
      <dgm:prSet presAssocID="{2041574A-5CA9-4DF0-B3BD-AA702A177C10}" presName="spaceRect" presStyleCnt="0"/>
      <dgm:spPr/>
    </dgm:pt>
    <dgm:pt modelId="{4572F64B-CEDE-4C75-AC7D-973E7F57AF29}" type="pres">
      <dgm:prSet presAssocID="{2041574A-5CA9-4DF0-B3BD-AA702A177C10}" presName="parTx" presStyleLbl="revTx" presStyleIdx="1" presStyleCnt="3">
        <dgm:presLayoutVars>
          <dgm:chMax val="0"/>
          <dgm:chPref val="0"/>
        </dgm:presLayoutVars>
      </dgm:prSet>
      <dgm:spPr/>
    </dgm:pt>
    <dgm:pt modelId="{7949C3E2-2FFD-4CEA-B34B-12C664E0BB4B}" type="pres">
      <dgm:prSet presAssocID="{B3EC9F56-B1D7-47A2-8C9B-298E193E2424}" presName="sibTrans" presStyleCnt="0"/>
      <dgm:spPr/>
    </dgm:pt>
    <dgm:pt modelId="{54842BBF-E508-42EB-94C9-342A2A96360B}" type="pres">
      <dgm:prSet presAssocID="{A23A78BD-22F8-4404-A56B-739B32B2610F}" presName="compNode" presStyleCnt="0"/>
      <dgm:spPr/>
    </dgm:pt>
    <dgm:pt modelId="{00A5FB72-A2D6-40EF-887E-1FE043417DAB}" type="pres">
      <dgm:prSet presAssocID="{A23A78BD-22F8-4404-A56B-739B32B2610F}" presName="bgRect" presStyleLbl="bgShp" presStyleIdx="2" presStyleCnt="3"/>
      <dgm:spPr/>
    </dgm:pt>
    <dgm:pt modelId="{845469C9-5264-4E7B-980E-977C6A3EA5FA}" type="pres">
      <dgm:prSet presAssocID="{A23A78BD-22F8-4404-A56B-739B32B2610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50C5716-6B4D-4DD6-9C09-085079139862}" type="pres">
      <dgm:prSet presAssocID="{A23A78BD-22F8-4404-A56B-739B32B2610F}" presName="spaceRect" presStyleCnt="0"/>
      <dgm:spPr/>
    </dgm:pt>
    <dgm:pt modelId="{4D4A9320-C603-479C-86CA-7CFFE2278F0C}" type="pres">
      <dgm:prSet presAssocID="{A23A78BD-22F8-4404-A56B-739B32B2610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A7B45D-F52D-4B4B-BE35-6E270ECAEFA4}" srcId="{83EE368A-B3A0-47CB-91AE-FD9E92472F64}" destId="{2041574A-5CA9-4DF0-B3BD-AA702A177C10}" srcOrd="1" destOrd="0" parTransId="{D7E4D347-1131-4E11-A7E6-42D7FEAC318E}" sibTransId="{B3EC9F56-B1D7-47A2-8C9B-298E193E2424}"/>
    <dgm:cxn modelId="{26BABE5D-0EA3-4D5C-8936-54D12452CB42}" srcId="{83EE368A-B3A0-47CB-91AE-FD9E92472F64}" destId="{D3119FA6-3F31-40A0-988E-3AD366864EB7}" srcOrd="0" destOrd="0" parTransId="{BD52EDF6-ED71-4C39-B159-20807F751C3B}" sibTransId="{BE3FB5EF-FDD9-4AC9-93F8-88A2C9358CD3}"/>
    <dgm:cxn modelId="{4942AB68-8273-4210-92DB-6E15AFDC97C6}" type="presOf" srcId="{A23A78BD-22F8-4404-A56B-739B32B2610F}" destId="{4D4A9320-C603-479C-86CA-7CFFE2278F0C}" srcOrd="0" destOrd="0" presId="urn:microsoft.com/office/officeart/2018/2/layout/IconVerticalSolidList"/>
    <dgm:cxn modelId="{E56B808F-A60B-4A8A-BCA9-1DC3879D2D0B}" srcId="{83EE368A-B3A0-47CB-91AE-FD9E92472F64}" destId="{A23A78BD-22F8-4404-A56B-739B32B2610F}" srcOrd="2" destOrd="0" parTransId="{E41BF25B-D32F-4AE6-AD03-E17947CA32AB}" sibTransId="{DA5FA051-D1A1-477C-A358-820834E0B44A}"/>
    <dgm:cxn modelId="{B3A71DE6-C1E1-48ED-9BB7-4962ACA54BCC}" type="presOf" srcId="{2041574A-5CA9-4DF0-B3BD-AA702A177C10}" destId="{4572F64B-CEDE-4C75-AC7D-973E7F57AF29}" srcOrd="0" destOrd="0" presId="urn:microsoft.com/office/officeart/2018/2/layout/IconVerticalSolidList"/>
    <dgm:cxn modelId="{CA14C0EC-B315-413A-AF39-B38D8A574955}" type="presOf" srcId="{83EE368A-B3A0-47CB-91AE-FD9E92472F64}" destId="{76A26425-982F-453E-A942-2225C923F6C0}" srcOrd="0" destOrd="0" presId="urn:microsoft.com/office/officeart/2018/2/layout/IconVerticalSolidList"/>
    <dgm:cxn modelId="{628067F3-E6F5-4671-A624-E7A98FC65F2A}" type="presOf" srcId="{D3119FA6-3F31-40A0-988E-3AD366864EB7}" destId="{C23C6EE3-008F-4D00-9ED5-70821244E878}" srcOrd="0" destOrd="0" presId="urn:microsoft.com/office/officeart/2018/2/layout/IconVerticalSolidList"/>
    <dgm:cxn modelId="{FDEE3225-1906-4E5B-B22B-113354B542E5}" type="presParOf" srcId="{76A26425-982F-453E-A942-2225C923F6C0}" destId="{E0028317-D50B-4D35-82D8-E1F6CC1636FA}" srcOrd="0" destOrd="0" presId="urn:microsoft.com/office/officeart/2018/2/layout/IconVerticalSolidList"/>
    <dgm:cxn modelId="{CE799F1F-2089-4339-9A3B-87ADA604FE32}" type="presParOf" srcId="{E0028317-D50B-4D35-82D8-E1F6CC1636FA}" destId="{9B86C1E5-83C2-47BF-8A0F-2250F0459F79}" srcOrd="0" destOrd="0" presId="urn:microsoft.com/office/officeart/2018/2/layout/IconVerticalSolidList"/>
    <dgm:cxn modelId="{BE4CDFDA-9527-4E53-813E-64F30758700C}" type="presParOf" srcId="{E0028317-D50B-4D35-82D8-E1F6CC1636FA}" destId="{CD4939CB-6235-4311-AE85-AFCE6167A570}" srcOrd="1" destOrd="0" presId="urn:microsoft.com/office/officeart/2018/2/layout/IconVerticalSolidList"/>
    <dgm:cxn modelId="{93F44C6A-8425-406E-8644-03F3AF43E84B}" type="presParOf" srcId="{E0028317-D50B-4D35-82D8-E1F6CC1636FA}" destId="{756D2D35-D89E-40B8-8FDD-EFCDFAEB8E54}" srcOrd="2" destOrd="0" presId="urn:microsoft.com/office/officeart/2018/2/layout/IconVerticalSolidList"/>
    <dgm:cxn modelId="{C390AB42-8F03-426F-9184-43CE621ED16E}" type="presParOf" srcId="{E0028317-D50B-4D35-82D8-E1F6CC1636FA}" destId="{C23C6EE3-008F-4D00-9ED5-70821244E878}" srcOrd="3" destOrd="0" presId="urn:microsoft.com/office/officeart/2018/2/layout/IconVerticalSolidList"/>
    <dgm:cxn modelId="{4680F6A7-D1C2-4857-B75B-83560935CE98}" type="presParOf" srcId="{76A26425-982F-453E-A942-2225C923F6C0}" destId="{8C80C627-BBB8-412B-922E-28C0FB2FFD94}" srcOrd="1" destOrd="0" presId="urn:microsoft.com/office/officeart/2018/2/layout/IconVerticalSolidList"/>
    <dgm:cxn modelId="{746E9E14-CB7F-4882-B0B9-5904D0EC2393}" type="presParOf" srcId="{76A26425-982F-453E-A942-2225C923F6C0}" destId="{C8D82736-DB50-4E7C-A88C-22D2B9894146}" srcOrd="2" destOrd="0" presId="urn:microsoft.com/office/officeart/2018/2/layout/IconVerticalSolidList"/>
    <dgm:cxn modelId="{DF7E6522-4613-4106-A948-B50C2269719F}" type="presParOf" srcId="{C8D82736-DB50-4E7C-A88C-22D2B9894146}" destId="{31EDE559-3444-4B4A-8C0E-13DC2888A9E9}" srcOrd="0" destOrd="0" presId="urn:microsoft.com/office/officeart/2018/2/layout/IconVerticalSolidList"/>
    <dgm:cxn modelId="{CA04EEA2-FC11-4F0B-8232-BAE000226174}" type="presParOf" srcId="{C8D82736-DB50-4E7C-A88C-22D2B9894146}" destId="{35BD9998-3AD7-4A39-808A-99466C274BF4}" srcOrd="1" destOrd="0" presId="urn:microsoft.com/office/officeart/2018/2/layout/IconVerticalSolidList"/>
    <dgm:cxn modelId="{BD0EFF81-6323-4A1A-A100-F6077600E286}" type="presParOf" srcId="{C8D82736-DB50-4E7C-A88C-22D2B9894146}" destId="{DE2275EC-8118-4D19-AD19-6F73BDD9781D}" srcOrd="2" destOrd="0" presId="urn:microsoft.com/office/officeart/2018/2/layout/IconVerticalSolidList"/>
    <dgm:cxn modelId="{9939FE55-E8B6-4B7D-97D1-22F72DEE2AEA}" type="presParOf" srcId="{C8D82736-DB50-4E7C-A88C-22D2B9894146}" destId="{4572F64B-CEDE-4C75-AC7D-973E7F57AF29}" srcOrd="3" destOrd="0" presId="urn:microsoft.com/office/officeart/2018/2/layout/IconVerticalSolidList"/>
    <dgm:cxn modelId="{BD6F032F-7383-465D-A7F9-ADB01892F7E2}" type="presParOf" srcId="{76A26425-982F-453E-A942-2225C923F6C0}" destId="{7949C3E2-2FFD-4CEA-B34B-12C664E0BB4B}" srcOrd="3" destOrd="0" presId="urn:microsoft.com/office/officeart/2018/2/layout/IconVerticalSolidList"/>
    <dgm:cxn modelId="{85FF9D78-A96F-47C7-9283-C1F648CDE27A}" type="presParOf" srcId="{76A26425-982F-453E-A942-2225C923F6C0}" destId="{54842BBF-E508-42EB-94C9-342A2A96360B}" srcOrd="4" destOrd="0" presId="urn:microsoft.com/office/officeart/2018/2/layout/IconVerticalSolidList"/>
    <dgm:cxn modelId="{6F066981-9F5E-4F56-8B61-2770D8908C70}" type="presParOf" srcId="{54842BBF-E508-42EB-94C9-342A2A96360B}" destId="{00A5FB72-A2D6-40EF-887E-1FE043417DAB}" srcOrd="0" destOrd="0" presId="urn:microsoft.com/office/officeart/2018/2/layout/IconVerticalSolidList"/>
    <dgm:cxn modelId="{368F6AE3-E0C6-44F6-9590-F84E58661793}" type="presParOf" srcId="{54842BBF-E508-42EB-94C9-342A2A96360B}" destId="{845469C9-5264-4E7B-980E-977C6A3EA5FA}" srcOrd="1" destOrd="0" presId="urn:microsoft.com/office/officeart/2018/2/layout/IconVerticalSolidList"/>
    <dgm:cxn modelId="{DE90CA97-E7E9-4E5E-BD47-2AEEA7889A4C}" type="presParOf" srcId="{54842BBF-E508-42EB-94C9-342A2A96360B}" destId="{250C5716-6B4D-4DD6-9C09-085079139862}" srcOrd="2" destOrd="0" presId="urn:microsoft.com/office/officeart/2018/2/layout/IconVerticalSolidList"/>
    <dgm:cxn modelId="{9A14EEBC-2114-49E3-8D60-190B1D3E72D5}" type="presParOf" srcId="{54842BBF-E508-42EB-94C9-342A2A96360B}" destId="{4D4A9320-C603-479C-86CA-7CFFE2278F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3C1010-865A-4114-B8AC-A3F5E6A7CB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1557E58-34F0-40C5-9A04-9DA5297E8142}">
      <dgm:prSet/>
      <dgm:spPr/>
      <dgm:t>
        <a:bodyPr/>
        <a:lstStyle/>
        <a:p>
          <a:r>
            <a:rPr lang="en-PK" dirty="0"/>
            <a:t>Complexity : Large, multi-functional </a:t>
          </a:r>
          <a:endParaRPr lang="en-US" dirty="0"/>
        </a:p>
      </dgm:t>
    </dgm:pt>
    <dgm:pt modelId="{B40BB195-A1AD-479A-A962-44AB7C64DB38}" type="parTrans" cxnId="{85217ECE-3B57-4BEE-91EA-AB6CBCF91B47}">
      <dgm:prSet/>
      <dgm:spPr/>
      <dgm:t>
        <a:bodyPr/>
        <a:lstStyle/>
        <a:p>
          <a:endParaRPr lang="en-US"/>
        </a:p>
      </dgm:t>
    </dgm:pt>
    <dgm:pt modelId="{044BDD03-C31F-486C-99BF-29DA60A9A7CD}" type="sibTrans" cxnId="{85217ECE-3B57-4BEE-91EA-AB6CBCF91B47}">
      <dgm:prSet/>
      <dgm:spPr/>
      <dgm:t>
        <a:bodyPr/>
        <a:lstStyle/>
        <a:p>
          <a:endParaRPr lang="en-US"/>
        </a:p>
      </dgm:t>
    </dgm:pt>
    <dgm:pt modelId="{79E65222-E37E-4B1C-8FEC-C50285A49DE4}">
      <dgm:prSet/>
      <dgm:spPr/>
      <dgm:t>
        <a:bodyPr/>
        <a:lstStyle/>
        <a:p>
          <a:r>
            <a:rPr lang="en-PK" dirty="0"/>
            <a:t>Scalability: must handle millions of users</a:t>
          </a:r>
          <a:endParaRPr lang="en-US" dirty="0"/>
        </a:p>
      </dgm:t>
    </dgm:pt>
    <dgm:pt modelId="{4A40831F-35CB-43DF-B5A0-B5F038271C52}" type="parTrans" cxnId="{70272D39-2F46-4980-8588-E96A72F21C8D}">
      <dgm:prSet/>
      <dgm:spPr/>
      <dgm:t>
        <a:bodyPr/>
        <a:lstStyle/>
        <a:p>
          <a:endParaRPr lang="en-US"/>
        </a:p>
      </dgm:t>
    </dgm:pt>
    <dgm:pt modelId="{369F3C96-0479-46E7-9487-7F276A19BBBC}" type="sibTrans" cxnId="{70272D39-2F46-4980-8588-E96A72F21C8D}">
      <dgm:prSet/>
      <dgm:spPr/>
      <dgm:t>
        <a:bodyPr/>
        <a:lstStyle/>
        <a:p>
          <a:endParaRPr lang="en-US"/>
        </a:p>
      </dgm:t>
    </dgm:pt>
    <dgm:pt modelId="{248B32FD-7E54-454C-B06B-8238C96A6CBC}">
      <dgm:prSet/>
      <dgm:spPr/>
      <dgm:t>
        <a:bodyPr/>
        <a:lstStyle/>
        <a:p>
          <a:r>
            <a:rPr lang="en-PK" dirty="0"/>
            <a:t>Security: protect sensitive data.</a:t>
          </a:r>
          <a:endParaRPr lang="en-US" dirty="0"/>
        </a:p>
      </dgm:t>
    </dgm:pt>
    <dgm:pt modelId="{42E6C0EB-C3BF-41F1-9DB1-10C62B4296A5}" type="parTrans" cxnId="{AFB1EB83-2E7B-461F-A272-C9D9A7D8B796}">
      <dgm:prSet/>
      <dgm:spPr/>
      <dgm:t>
        <a:bodyPr/>
        <a:lstStyle/>
        <a:p>
          <a:endParaRPr lang="en-US"/>
        </a:p>
      </dgm:t>
    </dgm:pt>
    <dgm:pt modelId="{05EF9039-D962-41AA-8C1F-01CC6295F3A2}" type="sibTrans" cxnId="{AFB1EB83-2E7B-461F-A272-C9D9A7D8B796}">
      <dgm:prSet/>
      <dgm:spPr/>
      <dgm:t>
        <a:bodyPr/>
        <a:lstStyle/>
        <a:p>
          <a:endParaRPr lang="en-US"/>
        </a:p>
      </dgm:t>
    </dgm:pt>
    <dgm:pt modelId="{C5243F96-619E-466C-A3B3-23DE36A4C0B9}">
      <dgm:prSet/>
      <dgm:spPr/>
      <dgm:t>
        <a:bodyPr/>
        <a:lstStyle/>
        <a:p>
          <a:r>
            <a:rPr lang="en-PK" dirty="0"/>
            <a:t>Maintainability: frequent updates and bug fixes.</a:t>
          </a:r>
          <a:endParaRPr lang="en-US" dirty="0"/>
        </a:p>
      </dgm:t>
    </dgm:pt>
    <dgm:pt modelId="{C8B113BD-A5F9-4326-9A02-E6762FC09E03}" type="parTrans" cxnId="{E8A913BB-844B-4BFC-97CF-2184B0435B17}">
      <dgm:prSet/>
      <dgm:spPr/>
      <dgm:t>
        <a:bodyPr/>
        <a:lstStyle/>
        <a:p>
          <a:endParaRPr lang="en-US"/>
        </a:p>
      </dgm:t>
    </dgm:pt>
    <dgm:pt modelId="{AABAC233-F31D-4CFF-9A2E-0D3EF53E57E9}" type="sibTrans" cxnId="{E8A913BB-844B-4BFC-97CF-2184B0435B17}">
      <dgm:prSet/>
      <dgm:spPr/>
      <dgm:t>
        <a:bodyPr/>
        <a:lstStyle/>
        <a:p>
          <a:endParaRPr lang="en-US"/>
        </a:p>
      </dgm:t>
    </dgm:pt>
    <dgm:pt modelId="{9ADB0477-BA31-4139-BDA3-3F224F9FB98B}" type="pres">
      <dgm:prSet presAssocID="{DF3C1010-865A-4114-B8AC-A3F5E6A7CBDA}" presName="root" presStyleCnt="0">
        <dgm:presLayoutVars>
          <dgm:dir/>
          <dgm:resizeHandles val="exact"/>
        </dgm:presLayoutVars>
      </dgm:prSet>
      <dgm:spPr/>
    </dgm:pt>
    <dgm:pt modelId="{72F90E30-39A0-4DE7-89F9-83765B0150ED}" type="pres">
      <dgm:prSet presAssocID="{F1557E58-34F0-40C5-9A04-9DA5297E8142}" presName="compNode" presStyleCnt="0"/>
      <dgm:spPr/>
    </dgm:pt>
    <dgm:pt modelId="{1914AFDF-EFB7-46C2-BD9D-BA937AC595B6}" type="pres">
      <dgm:prSet presAssocID="{F1557E58-34F0-40C5-9A04-9DA5297E8142}" presName="bgRect" presStyleLbl="bgShp" presStyleIdx="0" presStyleCnt="4"/>
      <dgm:spPr/>
    </dgm:pt>
    <dgm:pt modelId="{48BD4401-C650-4167-BF39-2EB28DA0F4BA}" type="pres">
      <dgm:prSet presAssocID="{F1557E58-34F0-40C5-9A04-9DA5297E814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F1703B6-30B1-4D8F-BBDD-7C5FEE9AC5D7}" type="pres">
      <dgm:prSet presAssocID="{F1557E58-34F0-40C5-9A04-9DA5297E8142}" presName="spaceRect" presStyleCnt="0"/>
      <dgm:spPr/>
    </dgm:pt>
    <dgm:pt modelId="{FE9E462C-138D-4ECE-8CD2-4087B21DBE38}" type="pres">
      <dgm:prSet presAssocID="{F1557E58-34F0-40C5-9A04-9DA5297E8142}" presName="parTx" presStyleLbl="revTx" presStyleIdx="0" presStyleCnt="4">
        <dgm:presLayoutVars>
          <dgm:chMax val="0"/>
          <dgm:chPref val="0"/>
        </dgm:presLayoutVars>
      </dgm:prSet>
      <dgm:spPr/>
    </dgm:pt>
    <dgm:pt modelId="{C6408535-5725-46F8-8D2E-2F13347F176F}" type="pres">
      <dgm:prSet presAssocID="{044BDD03-C31F-486C-99BF-29DA60A9A7CD}" presName="sibTrans" presStyleCnt="0"/>
      <dgm:spPr/>
    </dgm:pt>
    <dgm:pt modelId="{5C1AF582-ED04-4FFA-9795-9DE0101E6A96}" type="pres">
      <dgm:prSet presAssocID="{79E65222-E37E-4B1C-8FEC-C50285A49DE4}" presName="compNode" presStyleCnt="0"/>
      <dgm:spPr/>
    </dgm:pt>
    <dgm:pt modelId="{8306640F-81E8-4BE9-AF72-286701D5B050}" type="pres">
      <dgm:prSet presAssocID="{79E65222-E37E-4B1C-8FEC-C50285A49DE4}" presName="bgRect" presStyleLbl="bgShp" presStyleIdx="1" presStyleCnt="4"/>
      <dgm:spPr/>
    </dgm:pt>
    <dgm:pt modelId="{15313753-9FB6-4FAC-A665-EFFE391BC5AD}" type="pres">
      <dgm:prSet presAssocID="{79E65222-E37E-4B1C-8FEC-C50285A49DE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E296845-1514-4109-AC19-AD31142C70F4}" type="pres">
      <dgm:prSet presAssocID="{79E65222-E37E-4B1C-8FEC-C50285A49DE4}" presName="spaceRect" presStyleCnt="0"/>
      <dgm:spPr/>
    </dgm:pt>
    <dgm:pt modelId="{6C9A7F08-F483-431C-B503-6FC5F0620A61}" type="pres">
      <dgm:prSet presAssocID="{79E65222-E37E-4B1C-8FEC-C50285A49DE4}" presName="parTx" presStyleLbl="revTx" presStyleIdx="1" presStyleCnt="4">
        <dgm:presLayoutVars>
          <dgm:chMax val="0"/>
          <dgm:chPref val="0"/>
        </dgm:presLayoutVars>
      </dgm:prSet>
      <dgm:spPr/>
    </dgm:pt>
    <dgm:pt modelId="{FA0A4A7E-5EA3-4C65-98F4-45101C57EE6B}" type="pres">
      <dgm:prSet presAssocID="{369F3C96-0479-46E7-9487-7F276A19BBBC}" presName="sibTrans" presStyleCnt="0"/>
      <dgm:spPr/>
    </dgm:pt>
    <dgm:pt modelId="{84788EF2-E39B-4849-9200-4E9B0230D10B}" type="pres">
      <dgm:prSet presAssocID="{248B32FD-7E54-454C-B06B-8238C96A6CBC}" presName="compNode" presStyleCnt="0"/>
      <dgm:spPr/>
    </dgm:pt>
    <dgm:pt modelId="{8B81150A-CBA2-4C17-86A6-E943D016274E}" type="pres">
      <dgm:prSet presAssocID="{248B32FD-7E54-454C-B06B-8238C96A6CBC}" presName="bgRect" presStyleLbl="bgShp" presStyleIdx="2" presStyleCnt="4"/>
      <dgm:spPr/>
    </dgm:pt>
    <dgm:pt modelId="{24352CF3-EE1B-41E0-8AD4-26F1F80482BF}" type="pres">
      <dgm:prSet presAssocID="{248B32FD-7E54-454C-B06B-8238C96A6CB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602A577E-39F1-401A-BD10-35DB680AA494}" type="pres">
      <dgm:prSet presAssocID="{248B32FD-7E54-454C-B06B-8238C96A6CBC}" presName="spaceRect" presStyleCnt="0"/>
      <dgm:spPr/>
    </dgm:pt>
    <dgm:pt modelId="{AF524DB8-7D1E-4F3F-92A4-2453C02B63E9}" type="pres">
      <dgm:prSet presAssocID="{248B32FD-7E54-454C-B06B-8238C96A6CBC}" presName="parTx" presStyleLbl="revTx" presStyleIdx="2" presStyleCnt="4">
        <dgm:presLayoutVars>
          <dgm:chMax val="0"/>
          <dgm:chPref val="0"/>
        </dgm:presLayoutVars>
      </dgm:prSet>
      <dgm:spPr/>
    </dgm:pt>
    <dgm:pt modelId="{54539410-0CF1-4076-9D7B-2252878F06CE}" type="pres">
      <dgm:prSet presAssocID="{05EF9039-D962-41AA-8C1F-01CC6295F3A2}" presName="sibTrans" presStyleCnt="0"/>
      <dgm:spPr/>
    </dgm:pt>
    <dgm:pt modelId="{70E5F53A-DC4B-46CA-A8BB-C9E7094D9CF4}" type="pres">
      <dgm:prSet presAssocID="{C5243F96-619E-466C-A3B3-23DE36A4C0B9}" presName="compNode" presStyleCnt="0"/>
      <dgm:spPr/>
    </dgm:pt>
    <dgm:pt modelId="{FE9834CE-CDF8-4CF4-B1BB-7ED382072DFA}" type="pres">
      <dgm:prSet presAssocID="{C5243F96-619E-466C-A3B3-23DE36A4C0B9}" presName="bgRect" presStyleLbl="bgShp" presStyleIdx="3" presStyleCnt="4"/>
      <dgm:spPr/>
    </dgm:pt>
    <dgm:pt modelId="{BDF4DC5C-90A3-4DE3-A83B-94FB92350BE5}" type="pres">
      <dgm:prSet presAssocID="{C5243F96-619E-466C-A3B3-23DE36A4C0B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1460DF4C-999F-48EC-8864-B14A525918BC}" type="pres">
      <dgm:prSet presAssocID="{C5243F96-619E-466C-A3B3-23DE36A4C0B9}" presName="spaceRect" presStyleCnt="0"/>
      <dgm:spPr/>
    </dgm:pt>
    <dgm:pt modelId="{7E7C3DCC-EF1C-46E6-8BEE-FA2BDBE95C61}" type="pres">
      <dgm:prSet presAssocID="{C5243F96-619E-466C-A3B3-23DE36A4C0B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3E94308-349D-49E9-80AA-B9AF470B1B8F}" type="presOf" srcId="{79E65222-E37E-4B1C-8FEC-C50285A49DE4}" destId="{6C9A7F08-F483-431C-B503-6FC5F0620A61}" srcOrd="0" destOrd="0" presId="urn:microsoft.com/office/officeart/2018/2/layout/IconVerticalSolidList"/>
    <dgm:cxn modelId="{7E595210-B041-47E3-9B84-E1AF3BCEA7A0}" type="presOf" srcId="{C5243F96-619E-466C-A3B3-23DE36A4C0B9}" destId="{7E7C3DCC-EF1C-46E6-8BEE-FA2BDBE95C61}" srcOrd="0" destOrd="0" presId="urn:microsoft.com/office/officeart/2018/2/layout/IconVerticalSolidList"/>
    <dgm:cxn modelId="{70272D39-2F46-4980-8588-E96A72F21C8D}" srcId="{DF3C1010-865A-4114-B8AC-A3F5E6A7CBDA}" destId="{79E65222-E37E-4B1C-8FEC-C50285A49DE4}" srcOrd="1" destOrd="0" parTransId="{4A40831F-35CB-43DF-B5A0-B5F038271C52}" sibTransId="{369F3C96-0479-46E7-9487-7F276A19BBBC}"/>
    <dgm:cxn modelId="{58C36B4C-809B-473B-A1F3-A57C1FC00A78}" type="presOf" srcId="{F1557E58-34F0-40C5-9A04-9DA5297E8142}" destId="{FE9E462C-138D-4ECE-8CD2-4087B21DBE38}" srcOrd="0" destOrd="0" presId="urn:microsoft.com/office/officeart/2018/2/layout/IconVerticalSolidList"/>
    <dgm:cxn modelId="{FD93E472-6366-466A-A783-DB680159442F}" type="presOf" srcId="{DF3C1010-865A-4114-B8AC-A3F5E6A7CBDA}" destId="{9ADB0477-BA31-4139-BDA3-3F224F9FB98B}" srcOrd="0" destOrd="0" presId="urn:microsoft.com/office/officeart/2018/2/layout/IconVerticalSolidList"/>
    <dgm:cxn modelId="{AFB1EB83-2E7B-461F-A272-C9D9A7D8B796}" srcId="{DF3C1010-865A-4114-B8AC-A3F5E6A7CBDA}" destId="{248B32FD-7E54-454C-B06B-8238C96A6CBC}" srcOrd="2" destOrd="0" parTransId="{42E6C0EB-C3BF-41F1-9DB1-10C62B4296A5}" sibTransId="{05EF9039-D962-41AA-8C1F-01CC6295F3A2}"/>
    <dgm:cxn modelId="{E8A913BB-844B-4BFC-97CF-2184B0435B17}" srcId="{DF3C1010-865A-4114-B8AC-A3F5E6A7CBDA}" destId="{C5243F96-619E-466C-A3B3-23DE36A4C0B9}" srcOrd="3" destOrd="0" parTransId="{C8B113BD-A5F9-4326-9A02-E6762FC09E03}" sibTransId="{AABAC233-F31D-4CFF-9A2E-0D3EF53E57E9}"/>
    <dgm:cxn modelId="{85217ECE-3B57-4BEE-91EA-AB6CBCF91B47}" srcId="{DF3C1010-865A-4114-B8AC-A3F5E6A7CBDA}" destId="{F1557E58-34F0-40C5-9A04-9DA5297E8142}" srcOrd="0" destOrd="0" parTransId="{B40BB195-A1AD-479A-A962-44AB7C64DB38}" sibTransId="{044BDD03-C31F-486C-99BF-29DA60A9A7CD}"/>
    <dgm:cxn modelId="{C9D87AEE-0522-41B2-8409-E66C5A044017}" type="presOf" srcId="{248B32FD-7E54-454C-B06B-8238C96A6CBC}" destId="{AF524DB8-7D1E-4F3F-92A4-2453C02B63E9}" srcOrd="0" destOrd="0" presId="urn:microsoft.com/office/officeart/2018/2/layout/IconVerticalSolidList"/>
    <dgm:cxn modelId="{0C963176-E35E-4CEF-8E7C-17A21E1C3A21}" type="presParOf" srcId="{9ADB0477-BA31-4139-BDA3-3F224F9FB98B}" destId="{72F90E30-39A0-4DE7-89F9-83765B0150ED}" srcOrd="0" destOrd="0" presId="urn:microsoft.com/office/officeart/2018/2/layout/IconVerticalSolidList"/>
    <dgm:cxn modelId="{9E542156-A549-47CC-BFF2-8C172FE6B501}" type="presParOf" srcId="{72F90E30-39A0-4DE7-89F9-83765B0150ED}" destId="{1914AFDF-EFB7-46C2-BD9D-BA937AC595B6}" srcOrd="0" destOrd="0" presId="urn:microsoft.com/office/officeart/2018/2/layout/IconVerticalSolidList"/>
    <dgm:cxn modelId="{3CAAF4D2-D8B9-4C8F-B03A-A45B793C63DD}" type="presParOf" srcId="{72F90E30-39A0-4DE7-89F9-83765B0150ED}" destId="{48BD4401-C650-4167-BF39-2EB28DA0F4BA}" srcOrd="1" destOrd="0" presId="urn:microsoft.com/office/officeart/2018/2/layout/IconVerticalSolidList"/>
    <dgm:cxn modelId="{F628C3F2-7903-4FBF-95C1-3A58F8AC25B0}" type="presParOf" srcId="{72F90E30-39A0-4DE7-89F9-83765B0150ED}" destId="{8F1703B6-30B1-4D8F-BBDD-7C5FEE9AC5D7}" srcOrd="2" destOrd="0" presId="urn:microsoft.com/office/officeart/2018/2/layout/IconVerticalSolidList"/>
    <dgm:cxn modelId="{11E5CD91-63B2-4E9A-BA50-1D8D530F083D}" type="presParOf" srcId="{72F90E30-39A0-4DE7-89F9-83765B0150ED}" destId="{FE9E462C-138D-4ECE-8CD2-4087B21DBE38}" srcOrd="3" destOrd="0" presId="urn:microsoft.com/office/officeart/2018/2/layout/IconVerticalSolidList"/>
    <dgm:cxn modelId="{4EEACB79-AF3E-43E7-862A-0ADAE0CA8D80}" type="presParOf" srcId="{9ADB0477-BA31-4139-BDA3-3F224F9FB98B}" destId="{C6408535-5725-46F8-8D2E-2F13347F176F}" srcOrd="1" destOrd="0" presId="urn:microsoft.com/office/officeart/2018/2/layout/IconVerticalSolidList"/>
    <dgm:cxn modelId="{CBE1F9CA-10A5-4CA6-8FC4-F54647D29E4E}" type="presParOf" srcId="{9ADB0477-BA31-4139-BDA3-3F224F9FB98B}" destId="{5C1AF582-ED04-4FFA-9795-9DE0101E6A96}" srcOrd="2" destOrd="0" presId="urn:microsoft.com/office/officeart/2018/2/layout/IconVerticalSolidList"/>
    <dgm:cxn modelId="{C014446D-CFD9-457A-A292-C420B101DF55}" type="presParOf" srcId="{5C1AF582-ED04-4FFA-9795-9DE0101E6A96}" destId="{8306640F-81E8-4BE9-AF72-286701D5B050}" srcOrd="0" destOrd="0" presId="urn:microsoft.com/office/officeart/2018/2/layout/IconVerticalSolidList"/>
    <dgm:cxn modelId="{E256889E-079E-40D8-A72C-1D1842404E2E}" type="presParOf" srcId="{5C1AF582-ED04-4FFA-9795-9DE0101E6A96}" destId="{15313753-9FB6-4FAC-A665-EFFE391BC5AD}" srcOrd="1" destOrd="0" presId="urn:microsoft.com/office/officeart/2018/2/layout/IconVerticalSolidList"/>
    <dgm:cxn modelId="{BACC059F-5F0B-4499-B360-03DC2CDFFA77}" type="presParOf" srcId="{5C1AF582-ED04-4FFA-9795-9DE0101E6A96}" destId="{BE296845-1514-4109-AC19-AD31142C70F4}" srcOrd="2" destOrd="0" presId="urn:microsoft.com/office/officeart/2018/2/layout/IconVerticalSolidList"/>
    <dgm:cxn modelId="{0EDD9395-E728-4F62-B861-A52FC4D76646}" type="presParOf" srcId="{5C1AF582-ED04-4FFA-9795-9DE0101E6A96}" destId="{6C9A7F08-F483-431C-B503-6FC5F0620A61}" srcOrd="3" destOrd="0" presId="urn:microsoft.com/office/officeart/2018/2/layout/IconVerticalSolidList"/>
    <dgm:cxn modelId="{FC91ED5F-FDFB-4DF4-B53C-69EB07B0B69E}" type="presParOf" srcId="{9ADB0477-BA31-4139-BDA3-3F224F9FB98B}" destId="{FA0A4A7E-5EA3-4C65-98F4-45101C57EE6B}" srcOrd="3" destOrd="0" presId="urn:microsoft.com/office/officeart/2018/2/layout/IconVerticalSolidList"/>
    <dgm:cxn modelId="{09950DA8-8A58-4810-89F5-86A5B2716AC1}" type="presParOf" srcId="{9ADB0477-BA31-4139-BDA3-3F224F9FB98B}" destId="{84788EF2-E39B-4849-9200-4E9B0230D10B}" srcOrd="4" destOrd="0" presId="urn:microsoft.com/office/officeart/2018/2/layout/IconVerticalSolidList"/>
    <dgm:cxn modelId="{7CDDC432-DD0F-4720-A9FD-2326F3C4D32A}" type="presParOf" srcId="{84788EF2-E39B-4849-9200-4E9B0230D10B}" destId="{8B81150A-CBA2-4C17-86A6-E943D016274E}" srcOrd="0" destOrd="0" presId="urn:microsoft.com/office/officeart/2018/2/layout/IconVerticalSolidList"/>
    <dgm:cxn modelId="{8A546297-9B2C-4B39-95D9-FD167A718F1A}" type="presParOf" srcId="{84788EF2-E39B-4849-9200-4E9B0230D10B}" destId="{24352CF3-EE1B-41E0-8AD4-26F1F80482BF}" srcOrd="1" destOrd="0" presId="urn:microsoft.com/office/officeart/2018/2/layout/IconVerticalSolidList"/>
    <dgm:cxn modelId="{DBFCA5F9-AF69-4CB4-8FA3-7472AB747CBC}" type="presParOf" srcId="{84788EF2-E39B-4849-9200-4E9B0230D10B}" destId="{602A577E-39F1-401A-BD10-35DB680AA494}" srcOrd="2" destOrd="0" presId="urn:microsoft.com/office/officeart/2018/2/layout/IconVerticalSolidList"/>
    <dgm:cxn modelId="{561FAA25-768A-4FCF-9145-A4B809074066}" type="presParOf" srcId="{84788EF2-E39B-4849-9200-4E9B0230D10B}" destId="{AF524DB8-7D1E-4F3F-92A4-2453C02B63E9}" srcOrd="3" destOrd="0" presId="urn:microsoft.com/office/officeart/2018/2/layout/IconVerticalSolidList"/>
    <dgm:cxn modelId="{295E9864-F94E-47CE-95C3-1AEBD79D6604}" type="presParOf" srcId="{9ADB0477-BA31-4139-BDA3-3F224F9FB98B}" destId="{54539410-0CF1-4076-9D7B-2252878F06CE}" srcOrd="5" destOrd="0" presId="urn:microsoft.com/office/officeart/2018/2/layout/IconVerticalSolidList"/>
    <dgm:cxn modelId="{3A91BC56-D09D-4BB2-9816-0E05A880FBE6}" type="presParOf" srcId="{9ADB0477-BA31-4139-BDA3-3F224F9FB98B}" destId="{70E5F53A-DC4B-46CA-A8BB-C9E7094D9CF4}" srcOrd="6" destOrd="0" presId="urn:microsoft.com/office/officeart/2018/2/layout/IconVerticalSolidList"/>
    <dgm:cxn modelId="{FB622368-EF10-465F-BF11-834CC4BC2EDC}" type="presParOf" srcId="{70E5F53A-DC4B-46CA-A8BB-C9E7094D9CF4}" destId="{FE9834CE-CDF8-4CF4-B1BB-7ED382072DFA}" srcOrd="0" destOrd="0" presId="urn:microsoft.com/office/officeart/2018/2/layout/IconVerticalSolidList"/>
    <dgm:cxn modelId="{75A86163-A326-4BB7-92BA-B61C21F1572D}" type="presParOf" srcId="{70E5F53A-DC4B-46CA-A8BB-C9E7094D9CF4}" destId="{BDF4DC5C-90A3-4DE3-A83B-94FB92350BE5}" srcOrd="1" destOrd="0" presId="urn:microsoft.com/office/officeart/2018/2/layout/IconVerticalSolidList"/>
    <dgm:cxn modelId="{81AAF04D-6CF4-4C4C-92B3-72407305BDD7}" type="presParOf" srcId="{70E5F53A-DC4B-46CA-A8BB-C9E7094D9CF4}" destId="{1460DF4C-999F-48EC-8864-B14A525918BC}" srcOrd="2" destOrd="0" presId="urn:microsoft.com/office/officeart/2018/2/layout/IconVerticalSolidList"/>
    <dgm:cxn modelId="{AFEE2CAF-29C6-4C12-8878-68EE1E76149D}" type="presParOf" srcId="{70E5F53A-DC4B-46CA-A8BB-C9E7094D9CF4}" destId="{7E7C3DCC-EF1C-46E6-8BEE-FA2BDBE95C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EA7A45-2310-4328-9BD5-BA08E4732F9F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8BF56A4-4FF3-43D3-983D-B4FA52121895}">
      <dgm:prSet/>
      <dgm:spPr/>
      <dgm:t>
        <a:bodyPr/>
        <a:lstStyle/>
        <a:p>
          <a:r>
            <a:rPr lang="en-GB" dirty="0"/>
            <a:t>Rapidly changing technology </a:t>
          </a:r>
          <a:endParaRPr lang="en-US" dirty="0"/>
        </a:p>
      </dgm:t>
    </dgm:pt>
    <dgm:pt modelId="{4B73BF05-B204-4EE4-9293-6D0F42A44B73}" type="parTrans" cxnId="{ECA7170B-D5D1-4DE3-93D7-E5668839F768}">
      <dgm:prSet/>
      <dgm:spPr/>
      <dgm:t>
        <a:bodyPr/>
        <a:lstStyle/>
        <a:p>
          <a:endParaRPr lang="en-US"/>
        </a:p>
      </dgm:t>
    </dgm:pt>
    <dgm:pt modelId="{5F7ED27A-764C-4F25-8E3E-6666A58AA2B4}" type="sibTrans" cxnId="{ECA7170B-D5D1-4DE3-93D7-E5668839F768}">
      <dgm:prSet/>
      <dgm:spPr/>
      <dgm:t>
        <a:bodyPr/>
        <a:lstStyle/>
        <a:p>
          <a:endParaRPr lang="en-US"/>
        </a:p>
      </dgm:t>
    </dgm:pt>
    <dgm:pt modelId="{B7224398-1019-484F-879A-D5508D1A7440}">
      <dgm:prSet/>
      <dgm:spPr/>
      <dgm:t>
        <a:bodyPr/>
        <a:lstStyle/>
        <a:p>
          <a:r>
            <a:rPr lang="en-GB" dirty="0"/>
            <a:t>Cross-platform and device compatibility</a:t>
          </a:r>
          <a:endParaRPr lang="en-US" dirty="0"/>
        </a:p>
      </dgm:t>
    </dgm:pt>
    <dgm:pt modelId="{2EFB58FB-646F-4540-9B20-23D677CFBEDB}" type="parTrans" cxnId="{8A19A521-9F53-4C25-BC3C-41EE77EED6BB}">
      <dgm:prSet/>
      <dgm:spPr/>
      <dgm:t>
        <a:bodyPr/>
        <a:lstStyle/>
        <a:p>
          <a:endParaRPr lang="en-US"/>
        </a:p>
      </dgm:t>
    </dgm:pt>
    <dgm:pt modelId="{9A5B481A-2A01-4FD8-813E-FEB4F4F011F8}" type="sibTrans" cxnId="{8A19A521-9F53-4C25-BC3C-41EE77EED6BB}">
      <dgm:prSet/>
      <dgm:spPr/>
      <dgm:t>
        <a:bodyPr/>
        <a:lstStyle/>
        <a:p>
          <a:endParaRPr lang="en-US"/>
        </a:p>
      </dgm:t>
    </dgm:pt>
    <dgm:pt modelId="{AD73075D-277C-4B4E-83D0-769082B0CC30}">
      <dgm:prSet/>
      <dgm:spPr/>
      <dgm:t>
        <a:bodyPr/>
        <a:lstStyle/>
        <a:p>
          <a:r>
            <a:rPr lang="en-GB" dirty="0"/>
            <a:t>Performance under high traffic</a:t>
          </a:r>
          <a:endParaRPr lang="en-US" dirty="0"/>
        </a:p>
      </dgm:t>
    </dgm:pt>
    <dgm:pt modelId="{2E9DC2B4-0E67-48CD-8ACC-3FD9F486AD67}" type="parTrans" cxnId="{EE3D782E-4022-434F-9FEE-7CE475D98C2B}">
      <dgm:prSet/>
      <dgm:spPr/>
      <dgm:t>
        <a:bodyPr/>
        <a:lstStyle/>
        <a:p>
          <a:endParaRPr lang="en-US"/>
        </a:p>
      </dgm:t>
    </dgm:pt>
    <dgm:pt modelId="{529847BC-8BCE-42C0-9925-C4944B803E1A}" type="sibTrans" cxnId="{EE3D782E-4022-434F-9FEE-7CE475D98C2B}">
      <dgm:prSet/>
      <dgm:spPr/>
      <dgm:t>
        <a:bodyPr/>
        <a:lstStyle/>
        <a:p>
          <a:endParaRPr lang="en-US"/>
        </a:p>
      </dgm:t>
    </dgm:pt>
    <dgm:pt modelId="{17AF1C81-8526-41E2-803F-CC55B033BEEC}">
      <dgm:prSet/>
      <dgm:spPr/>
      <dgm:t>
        <a:bodyPr/>
        <a:lstStyle/>
        <a:p>
          <a:r>
            <a:rPr lang="en-GB" dirty="0"/>
            <a:t>Security threats and vulnerabilities</a:t>
          </a:r>
          <a:endParaRPr lang="en-US" dirty="0"/>
        </a:p>
      </dgm:t>
    </dgm:pt>
    <dgm:pt modelId="{0A20749D-EB4A-4149-8F17-D1AF65449618}" type="parTrans" cxnId="{46712A93-FC99-4A63-B021-36E455CD0283}">
      <dgm:prSet/>
      <dgm:spPr/>
      <dgm:t>
        <a:bodyPr/>
        <a:lstStyle/>
        <a:p>
          <a:endParaRPr lang="en-US"/>
        </a:p>
      </dgm:t>
    </dgm:pt>
    <dgm:pt modelId="{08C759B4-C721-4B31-A8B5-685A75F35DD7}" type="sibTrans" cxnId="{46712A93-FC99-4A63-B021-36E455CD0283}">
      <dgm:prSet/>
      <dgm:spPr/>
      <dgm:t>
        <a:bodyPr/>
        <a:lstStyle/>
        <a:p>
          <a:endParaRPr lang="en-US"/>
        </a:p>
      </dgm:t>
    </dgm:pt>
    <dgm:pt modelId="{0B27711B-543A-4D94-8B4A-D6808D6D31B1}">
      <dgm:prSet/>
      <dgm:spPr/>
      <dgm:t>
        <a:bodyPr/>
        <a:lstStyle/>
        <a:p>
          <a:r>
            <a:rPr lang="en-GB" dirty="0"/>
            <a:t>Continuous updates and evolving user expectations</a:t>
          </a:r>
          <a:endParaRPr lang="en-US" dirty="0"/>
        </a:p>
      </dgm:t>
    </dgm:pt>
    <dgm:pt modelId="{A3CC75FA-2EEB-436E-B565-766B5A60352E}" type="parTrans" cxnId="{1467D9B0-5471-4171-81D6-B91B10C8FD4C}">
      <dgm:prSet/>
      <dgm:spPr/>
      <dgm:t>
        <a:bodyPr/>
        <a:lstStyle/>
        <a:p>
          <a:endParaRPr lang="en-US"/>
        </a:p>
      </dgm:t>
    </dgm:pt>
    <dgm:pt modelId="{9329358E-C010-406F-8AFA-2FA810C00595}" type="sibTrans" cxnId="{1467D9B0-5471-4171-81D6-B91B10C8FD4C}">
      <dgm:prSet/>
      <dgm:spPr/>
      <dgm:t>
        <a:bodyPr/>
        <a:lstStyle/>
        <a:p>
          <a:endParaRPr lang="en-US"/>
        </a:p>
      </dgm:t>
    </dgm:pt>
    <dgm:pt modelId="{71743F1E-9E37-394C-97DE-600352BA4904}" type="pres">
      <dgm:prSet presAssocID="{EDEA7A45-2310-4328-9BD5-BA08E4732F9F}" presName="vert0" presStyleCnt="0">
        <dgm:presLayoutVars>
          <dgm:dir/>
          <dgm:animOne val="branch"/>
          <dgm:animLvl val="lvl"/>
        </dgm:presLayoutVars>
      </dgm:prSet>
      <dgm:spPr/>
    </dgm:pt>
    <dgm:pt modelId="{3A834B87-A702-F941-9923-2923DBE8E96F}" type="pres">
      <dgm:prSet presAssocID="{68BF56A4-4FF3-43D3-983D-B4FA52121895}" presName="thickLine" presStyleLbl="alignNode1" presStyleIdx="0" presStyleCnt="5"/>
      <dgm:spPr/>
    </dgm:pt>
    <dgm:pt modelId="{11A58D32-33D7-3D45-A7A4-E842F7095541}" type="pres">
      <dgm:prSet presAssocID="{68BF56A4-4FF3-43D3-983D-B4FA52121895}" presName="horz1" presStyleCnt="0"/>
      <dgm:spPr/>
    </dgm:pt>
    <dgm:pt modelId="{054CB664-C5EE-5440-866C-21030C2FBC37}" type="pres">
      <dgm:prSet presAssocID="{68BF56A4-4FF3-43D3-983D-B4FA52121895}" presName="tx1" presStyleLbl="revTx" presStyleIdx="0" presStyleCnt="5"/>
      <dgm:spPr/>
    </dgm:pt>
    <dgm:pt modelId="{38CAB470-B93C-8844-B694-F0127D3816B8}" type="pres">
      <dgm:prSet presAssocID="{68BF56A4-4FF3-43D3-983D-B4FA52121895}" presName="vert1" presStyleCnt="0"/>
      <dgm:spPr/>
    </dgm:pt>
    <dgm:pt modelId="{6F4F55F7-5ABD-DB47-80C5-BB65A667DE0A}" type="pres">
      <dgm:prSet presAssocID="{B7224398-1019-484F-879A-D5508D1A7440}" presName="thickLine" presStyleLbl="alignNode1" presStyleIdx="1" presStyleCnt="5"/>
      <dgm:spPr/>
    </dgm:pt>
    <dgm:pt modelId="{41998814-EC1D-F545-A7A2-D1306A032518}" type="pres">
      <dgm:prSet presAssocID="{B7224398-1019-484F-879A-D5508D1A7440}" presName="horz1" presStyleCnt="0"/>
      <dgm:spPr/>
    </dgm:pt>
    <dgm:pt modelId="{0427F038-9D27-7240-84DA-6EE88B51C9EF}" type="pres">
      <dgm:prSet presAssocID="{B7224398-1019-484F-879A-D5508D1A7440}" presName="tx1" presStyleLbl="revTx" presStyleIdx="1" presStyleCnt="5"/>
      <dgm:spPr/>
    </dgm:pt>
    <dgm:pt modelId="{15A13B4C-BF84-A045-A0FE-CC579F66C20F}" type="pres">
      <dgm:prSet presAssocID="{B7224398-1019-484F-879A-D5508D1A7440}" presName="vert1" presStyleCnt="0"/>
      <dgm:spPr/>
    </dgm:pt>
    <dgm:pt modelId="{FA3AA075-D571-C94A-BAF9-8561E11570B8}" type="pres">
      <dgm:prSet presAssocID="{AD73075D-277C-4B4E-83D0-769082B0CC30}" presName="thickLine" presStyleLbl="alignNode1" presStyleIdx="2" presStyleCnt="5"/>
      <dgm:spPr/>
    </dgm:pt>
    <dgm:pt modelId="{B08201B1-2FDB-2944-BC9C-0D293815B67A}" type="pres">
      <dgm:prSet presAssocID="{AD73075D-277C-4B4E-83D0-769082B0CC30}" presName="horz1" presStyleCnt="0"/>
      <dgm:spPr/>
    </dgm:pt>
    <dgm:pt modelId="{778CA364-67D9-4E44-8EA3-E3134ABFA41E}" type="pres">
      <dgm:prSet presAssocID="{AD73075D-277C-4B4E-83D0-769082B0CC30}" presName="tx1" presStyleLbl="revTx" presStyleIdx="2" presStyleCnt="5"/>
      <dgm:spPr/>
    </dgm:pt>
    <dgm:pt modelId="{DDEA481C-31F8-C544-BFF2-8CF979ACF2D3}" type="pres">
      <dgm:prSet presAssocID="{AD73075D-277C-4B4E-83D0-769082B0CC30}" presName="vert1" presStyleCnt="0"/>
      <dgm:spPr/>
    </dgm:pt>
    <dgm:pt modelId="{2DFE5538-0D16-F442-BEA1-25663C99E879}" type="pres">
      <dgm:prSet presAssocID="{17AF1C81-8526-41E2-803F-CC55B033BEEC}" presName="thickLine" presStyleLbl="alignNode1" presStyleIdx="3" presStyleCnt="5"/>
      <dgm:spPr/>
    </dgm:pt>
    <dgm:pt modelId="{9A5FED57-D88A-2C4F-9173-F1005210589C}" type="pres">
      <dgm:prSet presAssocID="{17AF1C81-8526-41E2-803F-CC55B033BEEC}" presName="horz1" presStyleCnt="0"/>
      <dgm:spPr/>
    </dgm:pt>
    <dgm:pt modelId="{487D25D6-1FA5-4049-81CB-6ABA6B6D7DB4}" type="pres">
      <dgm:prSet presAssocID="{17AF1C81-8526-41E2-803F-CC55B033BEEC}" presName="tx1" presStyleLbl="revTx" presStyleIdx="3" presStyleCnt="5"/>
      <dgm:spPr/>
    </dgm:pt>
    <dgm:pt modelId="{DEFA2F89-CDBE-4A4D-B041-97CCE103D65A}" type="pres">
      <dgm:prSet presAssocID="{17AF1C81-8526-41E2-803F-CC55B033BEEC}" presName="vert1" presStyleCnt="0"/>
      <dgm:spPr/>
    </dgm:pt>
    <dgm:pt modelId="{8147F5E0-3A8F-9F47-9CD8-AEA8C68C7B55}" type="pres">
      <dgm:prSet presAssocID="{0B27711B-543A-4D94-8B4A-D6808D6D31B1}" presName="thickLine" presStyleLbl="alignNode1" presStyleIdx="4" presStyleCnt="5"/>
      <dgm:spPr/>
    </dgm:pt>
    <dgm:pt modelId="{DC14D5D3-B899-9D40-B3B6-8B319BB544F2}" type="pres">
      <dgm:prSet presAssocID="{0B27711B-543A-4D94-8B4A-D6808D6D31B1}" presName="horz1" presStyleCnt="0"/>
      <dgm:spPr/>
    </dgm:pt>
    <dgm:pt modelId="{E7376B77-68C5-0145-8A7B-438F8ECE1E59}" type="pres">
      <dgm:prSet presAssocID="{0B27711B-543A-4D94-8B4A-D6808D6D31B1}" presName="tx1" presStyleLbl="revTx" presStyleIdx="4" presStyleCnt="5"/>
      <dgm:spPr/>
    </dgm:pt>
    <dgm:pt modelId="{43EEBD72-B45F-904E-BEB5-71CE718E164A}" type="pres">
      <dgm:prSet presAssocID="{0B27711B-543A-4D94-8B4A-D6808D6D31B1}" presName="vert1" presStyleCnt="0"/>
      <dgm:spPr/>
    </dgm:pt>
  </dgm:ptLst>
  <dgm:cxnLst>
    <dgm:cxn modelId="{ECA7170B-D5D1-4DE3-93D7-E5668839F768}" srcId="{EDEA7A45-2310-4328-9BD5-BA08E4732F9F}" destId="{68BF56A4-4FF3-43D3-983D-B4FA52121895}" srcOrd="0" destOrd="0" parTransId="{4B73BF05-B204-4EE4-9293-6D0F42A44B73}" sibTransId="{5F7ED27A-764C-4F25-8E3E-6666A58AA2B4}"/>
    <dgm:cxn modelId="{8A19A521-9F53-4C25-BC3C-41EE77EED6BB}" srcId="{EDEA7A45-2310-4328-9BD5-BA08E4732F9F}" destId="{B7224398-1019-484F-879A-D5508D1A7440}" srcOrd="1" destOrd="0" parTransId="{2EFB58FB-646F-4540-9B20-23D677CFBEDB}" sibTransId="{9A5B481A-2A01-4FD8-813E-FEB4F4F011F8}"/>
    <dgm:cxn modelId="{EE3D782E-4022-434F-9FEE-7CE475D98C2B}" srcId="{EDEA7A45-2310-4328-9BD5-BA08E4732F9F}" destId="{AD73075D-277C-4B4E-83D0-769082B0CC30}" srcOrd="2" destOrd="0" parTransId="{2E9DC2B4-0E67-48CD-8ACC-3FD9F486AD67}" sibTransId="{529847BC-8BCE-42C0-9925-C4944B803E1A}"/>
    <dgm:cxn modelId="{89E44C32-CCF8-FD44-9D6B-75E7670E9AF2}" type="presOf" srcId="{AD73075D-277C-4B4E-83D0-769082B0CC30}" destId="{778CA364-67D9-4E44-8EA3-E3134ABFA41E}" srcOrd="0" destOrd="0" presId="urn:microsoft.com/office/officeart/2008/layout/LinedList"/>
    <dgm:cxn modelId="{8B9F6473-3E7A-5041-9B4E-621DC3174075}" type="presOf" srcId="{17AF1C81-8526-41E2-803F-CC55B033BEEC}" destId="{487D25D6-1FA5-4049-81CB-6ABA6B6D7DB4}" srcOrd="0" destOrd="0" presId="urn:microsoft.com/office/officeart/2008/layout/LinedList"/>
    <dgm:cxn modelId="{46712A93-FC99-4A63-B021-36E455CD0283}" srcId="{EDEA7A45-2310-4328-9BD5-BA08E4732F9F}" destId="{17AF1C81-8526-41E2-803F-CC55B033BEEC}" srcOrd="3" destOrd="0" parTransId="{0A20749D-EB4A-4149-8F17-D1AF65449618}" sibTransId="{08C759B4-C721-4B31-A8B5-685A75F35DD7}"/>
    <dgm:cxn modelId="{1467D9B0-5471-4171-81D6-B91B10C8FD4C}" srcId="{EDEA7A45-2310-4328-9BD5-BA08E4732F9F}" destId="{0B27711B-543A-4D94-8B4A-D6808D6D31B1}" srcOrd="4" destOrd="0" parTransId="{A3CC75FA-2EEB-436E-B565-766B5A60352E}" sibTransId="{9329358E-C010-406F-8AFA-2FA810C00595}"/>
    <dgm:cxn modelId="{033A2FCE-AF2F-5146-8500-744419CE3DC8}" type="presOf" srcId="{B7224398-1019-484F-879A-D5508D1A7440}" destId="{0427F038-9D27-7240-84DA-6EE88B51C9EF}" srcOrd="0" destOrd="0" presId="urn:microsoft.com/office/officeart/2008/layout/LinedList"/>
    <dgm:cxn modelId="{DA9744D2-6531-2E45-A012-7C21E116434A}" type="presOf" srcId="{EDEA7A45-2310-4328-9BD5-BA08E4732F9F}" destId="{71743F1E-9E37-394C-97DE-600352BA4904}" srcOrd="0" destOrd="0" presId="urn:microsoft.com/office/officeart/2008/layout/LinedList"/>
    <dgm:cxn modelId="{302766DF-3EFF-0B45-90E4-B655C1056395}" type="presOf" srcId="{0B27711B-543A-4D94-8B4A-D6808D6D31B1}" destId="{E7376B77-68C5-0145-8A7B-438F8ECE1E59}" srcOrd="0" destOrd="0" presId="urn:microsoft.com/office/officeart/2008/layout/LinedList"/>
    <dgm:cxn modelId="{0CA1C9E6-6B60-2D45-B6BA-60762363382A}" type="presOf" srcId="{68BF56A4-4FF3-43D3-983D-B4FA52121895}" destId="{054CB664-C5EE-5440-866C-21030C2FBC37}" srcOrd="0" destOrd="0" presId="urn:microsoft.com/office/officeart/2008/layout/LinedList"/>
    <dgm:cxn modelId="{BB85F3F7-3CC6-A14B-B15D-629832B1C15D}" type="presParOf" srcId="{71743F1E-9E37-394C-97DE-600352BA4904}" destId="{3A834B87-A702-F941-9923-2923DBE8E96F}" srcOrd="0" destOrd="0" presId="urn:microsoft.com/office/officeart/2008/layout/LinedList"/>
    <dgm:cxn modelId="{8DC41739-DC18-614B-AE08-3F72AC1881F0}" type="presParOf" srcId="{71743F1E-9E37-394C-97DE-600352BA4904}" destId="{11A58D32-33D7-3D45-A7A4-E842F7095541}" srcOrd="1" destOrd="0" presId="urn:microsoft.com/office/officeart/2008/layout/LinedList"/>
    <dgm:cxn modelId="{8C9EF0FB-807A-4D40-B709-A7B12BAC5F10}" type="presParOf" srcId="{11A58D32-33D7-3D45-A7A4-E842F7095541}" destId="{054CB664-C5EE-5440-866C-21030C2FBC37}" srcOrd="0" destOrd="0" presId="urn:microsoft.com/office/officeart/2008/layout/LinedList"/>
    <dgm:cxn modelId="{05BF6B41-5BD6-944A-87BD-D760ECF9CCA1}" type="presParOf" srcId="{11A58D32-33D7-3D45-A7A4-E842F7095541}" destId="{38CAB470-B93C-8844-B694-F0127D3816B8}" srcOrd="1" destOrd="0" presId="urn:microsoft.com/office/officeart/2008/layout/LinedList"/>
    <dgm:cxn modelId="{35E246AF-5B6E-9946-B241-A37BD4D4B94A}" type="presParOf" srcId="{71743F1E-9E37-394C-97DE-600352BA4904}" destId="{6F4F55F7-5ABD-DB47-80C5-BB65A667DE0A}" srcOrd="2" destOrd="0" presId="urn:microsoft.com/office/officeart/2008/layout/LinedList"/>
    <dgm:cxn modelId="{CBE6781F-9676-4B45-8299-428FBB00B977}" type="presParOf" srcId="{71743F1E-9E37-394C-97DE-600352BA4904}" destId="{41998814-EC1D-F545-A7A2-D1306A032518}" srcOrd="3" destOrd="0" presId="urn:microsoft.com/office/officeart/2008/layout/LinedList"/>
    <dgm:cxn modelId="{9AF03C1C-58D4-164A-BDB8-609220022A3F}" type="presParOf" srcId="{41998814-EC1D-F545-A7A2-D1306A032518}" destId="{0427F038-9D27-7240-84DA-6EE88B51C9EF}" srcOrd="0" destOrd="0" presId="urn:microsoft.com/office/officeart/2008/layout/LinedList"/>
    <dgm:cxn modelId="{0DED7B27-3595-674D-9A2D-F774604379E2}" type="presParOf" srcId="{41998814-EC1D-F545-A7A2-D1306A032518}" destId="{15A13B4C-BF84-A045-A0FE-CC579F66C20F}" srcOrd="1" destOrd="0" presId="urn:microsoft.com/office/officeart/2008/layout/LinedList"/>
    <dgm:cxn modelId="{D7E0209D-B576-AB47-88E8-E6BA1BCB3A1A}" type="presParOf" srcId="{71743F1E-9E37-394C-97DE-600352BA4904}" destId="{FA3AA075-D571-C94A-BAF9-8561E11570B8}" srcOrd="4" destOrd="0" presId="urn:microsoft.com/office/officeart/2008/layout/LinedList"/>
    <dgm:cxn modelId="{DD7E7865-6855-094A-9760-2EF6FEED64F1}" type="presParOf" srcId="{71743F1E-9E37-394C-97DE-600352BA4904}" destId="{B08201B1-2FDB-2944-BC9C-0D293815B67A}" srcOrd="5" destOrd="0" presId="urn:microsoft.com/office/officeart/2008/layout/LinedList"/>
    <dgm:cxn modelId="{1E59F575-E23F-9445-A451-1155A5B95355}" type="presParOf" srcId="{B08201B1-2FDB-2944-BC9C-0D293815B67A}" destId="{778CA364-67D9-4E44-8EA3-E3134ABFA41E}" srcOrd="0" destOrd="0" presId="urn:microsoft.com/office/officeart/2008/layout/LinedList"/>
    <dgm:cxn modelId="{54140E43-5AFC-8B46-916A-BF12F31C83CD}" type="presParOf" srcId="{B08201B1-2FDB-2944-BC9C-0D293815B67A}" destId="{DDEA481C-31F8-C544-BFF2-8CF979ACF2D3}" srcOrd="1" destOrd="0" presId="urn:microsoft.com/office/officeart/2008/layout/LinedList"/>
    <dgm:cxn modelId="{712A2D27-FEA4-874B-AD63-DFED54BCECBC}" type="presParOf" srcId="{71743F1E-9E37-394C-97DE-600352BA4904}" destId="{2DFE5538-0D16-F442-BEA1-25663C99E879}" srcOrd="6" destOrd="0" presId="urn:microsoft.com/office/officeart/2008/layout/LinedList"/>
    <dgm:cxn modelId="{E3BFE8C2-FDFE-B942-A331-85F0A2F75AEF}" type="presParOf" srcId="{71743F1E-9E37-394C-97DE-600352BA4904}" destId="{9A5FED57-D88A-2C4F-9173-F1005210589C}" srcOrd="7" destOrd="0" presId="urn:microsoft.com/office/officeart/2008/layout/LinedList"/>
    <dgm:cxn modelId="{8D85EAE1-D91E-394E-8D44-2B18DFE5548B}" type="presParOf" srcId="{9A5FED57-D88A-2C4F-9173-F1005210589C}" destId="{487D25D6-1FA5-4049-81CB-6ABA6B6D7DB4}" srcOrd="0" destOrd="0" presId="urn:microsoft.com/office/officeart/2008/layout/LinedList"/>
    <dgm:cxn modelId="{68B6A71B-27CE-9D47-9BFF-A7C030DED2FC}" type="presParOf" srcId="{9A5FED57-D88A-2C4F-9173-F1005210589C}" destId="{DEFA2F89-CDBE-4A4D-B041-97CCE103D65A}" srcOrd="1" destOrd="0" presId="urn:microsoft.com/office/officeart/2008/layout/LinedList"/>
    <dgm:cxn modelId="{5628FFE1-B294-5243-BD73-C2D2FA4BED5F}" type="presParOf" srcId="{71743F1E-9E37-394C-97DE-600352BA4904}" destId="{8147F5E0-3A8F-9F47-9CD8-AEA8C68C7B55}" srcOrd="8" destOrd="0" presId="urn:microsoft.com/office/officeart/2008/layout/LinedList"/>
    <dgm:cxn modelId="{410D4C0C-D1EF-9144-B11D-985E5AAC3317}" type="presParOf" srcId="{71743F1E-9E37-394C-97DE-600352BA4904}" destId="{DC14D5D3-B899-9D40-B3B6-8B319BB544F2}" srcOrd="9" destOrd="0" presId="urn:microsoft.com/office/officeart/2008/layout/LinedList"/>
    <dgm:cxn modelId="{44313ADA-1ED7-D044-8336-D85BB6F43E4D}" type="presParOf" srcId="{DC14D5D3-B899-9D40-B3B6-8B319BB544F2}" destId="{E7376B77-68C5-0145-8A7B-438F8ECE1E59}" srcOrd="0" destOrd="0" presId="urn:microsoft.com/office/officeart/2008/layout/LinedList"/>
    <dgm:cxn modelId="{B07A05A0-6456-1D4D-85BA-7DAAFF5C76BC}" type="presParOf" srcId="{DC14D5D3-B899-9D40-B3B6-8B319BB544F2}" destId="{43EEBD72-B45F-904E-BEB5-71CE718E164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B96A05-0BF9-4739-953F-1B2A03AB0DCE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827334A-5269-4E25-864F-0A65FE2BA3DA}">
      <dgm:prSet/>
      <dgm:spPr/>
      <dgm:t>
        <a:bodyPr/>
        <a:lstStyle/>
        <a:p>
          <a:r>
            <a:rPr lang="en-PK"/>
            <a:t>Success Stories</a:t>
          </a:r>
          <a:endParaRPr lang="en-US"/>
        </a:p>
      </dgm:t>
    </dgm:pt>
    <dgm:pt modelId="{C13FE1B2-A894-48F1-B7C3-D1E682B4C50C}" type="parTrans" cxnId="{A47E4CC0-B9E3-46EC-A97C-4ADE9B136732}">
      <dgm:prSet/>
      <dgm:spPr/>
      <dgm:t>
        <a:bodyPr/>
        <a:lstStyle/>
        <a:p>
          <a:endParaRPr lang="en-US"/>
        </a:p>
      </dgm:t>
    </dgm:pt>
    <dgm:pt modelId="{9DCF0941-A6F5-4C81-B7EB-BB25191D4E54}" type="sibTrans" cxnId="{A47E4CC0-B9E3-46EC-A97C-4ADE9B136732}">
      <dgm:prSet/>
      <dgm:spPr/>
      <dgm:t>
        <a:bodyPr/>
        <a:lstStyle/>
        <a:p>
          <a:endParaRPr lang="en-US"/>
        </a:p>
      </dgm:t>
    </dgm:pt>
    <dgm:pt modelId="{A05D1844-2E1F-4222-9EF5-E9585963A40C}">
      <dgm:prSet/>
      <dgm:spPr/>
      <dgm:t>
        <a:bodyPr/>
        <a:lstStyle/>
        <a:p>
          <a:r>
            <a:rPr lang="en-PK" dirty="0"/>
            <a:t>Gmail: relaible, scalable, constantly updated</a:t>
          </a:r>
          <a:endParaRPr lang="en-US" dirty="0"/>
        </a:p>
      </dgm:t>
    </dgm:pt>
    <dgm:pt modelId="{D9B047F9-3D52-40B9-B5D0-A9A5C7CDB3A8}" type="parTrans" cxnId="{197374C3-C0CE-4D92-9839-2DA3EB46F4FE}">
      <dgm:prSet/>
      <dgm:spPr/>
      <dgm:t>
        <a:bodyPr/>
        <a:lstStyle/>
        <a:p>
          <a:endParaRPr lang="en-US"/>
        </a:p>
      </dgm:t>
    </dgm:pt>
    <dgm:pt modelId="{BE06FF02-498B-4EDB-8F6B-5BA95BBF0521}" type="sibTrans" cxnId="{197374C3-C0CE-4D92-9839-2DA3EB46F4FE}">
      <dgm:prSet/>
      <dgm:spPr/>
      <dgm:t>
        <a:bodyPr/>
        <a:lstStyle/>
        <a:p>
          <a:endParaRPr lang="en-US"/>
        </a:p>
      </dgm:t>
    </dgm:pt>
    <dgm:pt modelId="{1EEA2093-C6D3-4105-8A26-3E00F88707E1}">
      <dgm:prSet/>
      <dgm:spPr/>
      <dgm:t>
        <a:bodyPr/>
        <a:lstStyle/>
        <a:p>
          <a:r>
            <a:rPr lang="en-PK" dirty="0"/>
            <a:t>Youtube: handles massic video traffic efficiently</a:t>
          </a:r>
          <a:endParaRPr lang="en-US" dirty="0"/>
        </a:p>
      </dgm:t>
    </dgm:pt>
    <dgm:pt modelId="{5B87CBD3-D60A-4F33-80FA-A5FB04B8851A}" type="parTrans" cxnId="{C5AA40CB-1214-45E6-A823-846320FCDB9B}">
      <dgm:prSet/>
      <dgm:spPr/>
      <dgm:t>
        <a:bodyPr/>
        <a:lstStyle/>
        <a:p>
          <a:endParaRPr lang="en-US"/>
        </a:p>
      </dgm:t>
    </dgm:pt>
    <dgm:pt modelId="{E0245870-372A-4B65-80C7-2AFCB983F382}" type="sibTrans" cxnId="{C5AA40CB-1214-45E6-A823-846320FCDB9B}">
      <dgm:prSet/>
      <dgm:spPr/>
      <dgm:t>
        <a:bodyPr/>
        <a:lstStyle/>
        <a:p>
          <a:endParaRPr lang="en-US"/>
        </a:p>
      </dgm:t>
    </dgm:pt>
    <dgm:pt modelId="{F99B79CA-7825-46A6-811E-5A5C05C0C978}">
      <dgm:prSet/>
      <dgm:spPr/>
      <dgm:t>
        <a:bodyPr/>
        <a:lstStyle/>
        <a:p>
          <a:r>
            <a:rPr lang="en-PK" dirty="0"/>
            <a:t>Airbnb: secure, user-friendly and scalable</a:t>
          </a:r>
          <a:endParaRPr lang="en-US" dirty="0"/>
        </a:p>
      </dgm:t>
    </dgm:pt>
    <dgm:pt modelId="{670808F2-5C93-446C-A983-06973FAA4C25}" type="parTrans" cxnId="{C036315B-27C3-40EE-84FE-37E9CEA0F8B2}">
      <dgm:prSet/>
      <dgm:spPr/>
      <dgm:t>
        <a:bodyPr/>
        <a:lstStyle/>
        <a:p>
          <a:endParaRPr lang="en-US"/>
        </a:p>
      </dgm:t>
    </dgm:pt>
    <dgm:pt modelId="{5347D217-DC50-447C-BF34-7D4AF759267D}" type="sibTrans" cxnId="{C036315B-27C3-40EE-84FE-37E9CEA0F8B2}">
      <dgm:prSet/>
      <dgm:spPr/>
      <dgm:t>
        <a:bodyPr/>
        <a:lstStyle/>
        <a:p>
          <a:endParaRPr lang="en-US"/>
        </a:p>
      </dgm:t>
    </dgm:pt>
    <dgm:pt modelId="{DC85707E-DAD2-4D17-AE67-4D7096F7016F}">
      <dgm:prSet/>
      <dgm:spPr/>
      <dgm:t>
        <a:bodyPr/>
        <a:lstStyle/>
        <a:p>
          <a:r>
            <a:rPr lang="en-PK"/>
            <a:t>Failure Case</a:t>
          </a:r>
          <a:endParaRPr lang="en-US"/>
        </a:p>
      </dgm:t>
    </dgm:pt>
    <dgm:pt modelId="{B06A7275-B359-4617-9F3F-69055E019244}" type="parTrans" cxnId="{1D1F91F5-0A35-4CC4-B8A6-043DC046FD7F}">
      <dgm:prSet/>
      <dgm:spPr/>
      <dgm:t>
        <a:bodyPr/>
        <a:lstStyle/>
        <a:p>
          <a:endParaRPr lang="en-US"/>
        </a:p>
      </dgm:t>
    </dgm:pt>
    <dgm:pt modelId="{468ED62B-E16A-4A39-9401-10D033652F59}" type="sibTrans" cxnId="{1D1F91F5-0A35-4CC4-B8A6-043DC046FD7F}">
      <dgm:prSet/>
      <dgm:spPr/>
      <dgm:t>
        <a:bodyPr/>
        <a:lstStyle/>
        <a:p>
          <a:endParaRPr lang="en-US"/>
        </a:p>
      </dgm:t>
    </dgm:pt>
    <dgm:pt modelId="{A8C0C47B-0FC5-43F8-859F-CB3F896217E7}">
      <dgm:prSet/>
      <dgm:spPr/>
      <dgm:t>
        <a:bodyPr/>
        <a:lstStyle/>
        <a:p>
          <a:r>
            <a:rPr lang="en-PK" dirty="0"/>
            <a:t>Healthcare.gov (2013): poor planning, lack of load testing, weak coordination  </a:t>
          </a:r>
          <a:endParaRPr lang="en-US" dirty="0"/>
        </a:p>
      </dgm:t>
    </dgm:pt>
    <dgm:pt modelId="{AA6D9FBD-E637-4C58-B797-28F7D9A642F2}" type="parTrans" cxnId="{2111D7D3-AFFD-4712-90B5-FA828552400B}">
      <dgm:prSet/>
      <dgm:spPr/>
      <dgm:t>
        <a:bodyPr/>
        <a:lstStyle/>
        <a:p>
          <a:endParaRPr lang="en-US"/>
        </a:p>
      </dgm:t>
    </dgm:pt>
    <dgm:pt modelId="{FAC4A3A3-0D8D-4B1E-BBAC-23FBBD108E64}" type="sibTrans" cxnId="{2111D7D3-AFFD-4712-90B5-FA828552400B}">
      <dgm:prSet/>
      <dgm:spPr/>
      <dgm:t>
        <a:bodyPr/>
        <a:lstStyle/>
        <a:p>
          <a:endParaRPr lang="en-US"/>
        </a:p>
      </dgm:t>
    </dgm:pt>
    <dgm:pt modelId="{2F76672C-D6D3-7C45-A4DA-1B161BB409FF}" type="pres">
      <dgm:prSet presAssocID="{5FB96A05-0BF9-4739-953F-1B2A03AB0DCE}" presName="linear" presStyleCnt="0">
        <dgm:presLayoutVars>
          <dgm:animLvl val="lvl"/>
          <dgm:resizeHandles val="exact"/>
        </dgm:presLayoutVars>
      </dgm:prSet>
      <dgm:spPr/>
    </dgm:pt>
    <dgm:pt modelId="{7AEA5B5F-2B31-4945-A475-FD2EF1012F9D}" type="pres">
      <dgm:prSet presAssocID="{A827334A-5269-4E25-864F-0A65FE2BA3D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DFC4C67-71AB-934E-ACC6-8FFA42F7FFB1}" type="pres">
      <dgm:prSet presAssocID="{A827334A-5269-4E25-864F-0A65FE2BA3DA}" presName="childText" presStyleLbl="revTx" presStyleIdx="0" presStyleCnt="2">
        <dgm:presLayoutVars>
          <dgm:bulletEnabled val="1"/>
        </dgm:presLayoutVars>
      </dgm:prSet>
      <dgm:spPr/>
    </dgm:pt>
    <dgm:pt modelId="{A4B09B24-5BB9-A54B-AE51-1C939034C444}" type="pres">
      <dgm:prSet presAssocID="{DC85707E-DAD2-4D17-AE67-4D7096F7016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121DB4E-C265-E84C-BC00-844A845AC41E}" type="pres">
      <dgm:prSet presAssocID="{DC85707E-DAD2-4D17-AE67-4D7096F7016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80B6E2A-C43D-BE47-B87D-2910868D9459}" type="presOf" srcId="{1EEA2093-C6D3-4105-8A26-3E00F88707E1}" destId="{ADFC4C67-71AB-934E-ACC6-8FFA42F7FFB1}" srcOrd="0" destOrd="1" presId="urn:microsoft.com/office/officeart/2005/8/layout/vList2"/>
    <dgm:cxn modelId="{D902A030-CA1D-8C45-A9EC-8E3CF8B88C07}" type="presOf" srcId="{A05D1844-2E1F-4222-9EF5-E9585963A40C}" destId="{ADFC4C67-71AB-934E-ACC6-8FFA42F7FFB1}" srcOrd="0" destOrd="0" presId="urn:microsoft.com/office/officeart/2005/8/layout/vList2"/>
    <dgm:cxn modelId="{DFEE3345-C68E-2C4D-A387-50A71C26FE2E}" type="presOf" srcId="{A827334A-5269-4E25-864F-0A65FE2BA3DA}" destId="{7AEA5B5F-2B31-4945-A475-FD2EF1012F9D}" srcOrd="0" destOrd="0" presId="urn:microsoft.com/office/officeart/2005/8/layout/vList2"/>
    <dgm:cxn modelId="{7D174F55-C8E1-0241-BE75-F7F13272733C}" type="presOf" srcId="{A8C0C47B-0FC5-43F8-859F-CB3F896217E7}" destId="{3121DB4E-C265-E84C-BC00-844A845AC41E}" srcOrd="0" destOrd="0" presId="urn:microsoft.com/office/officeart/2005/8/layout/vList2"/>
    <dgm:cxn modelId="{C036315B-27C3-40EE-84FE-37E9CEA0F8B2}" srcId="{A827334A-5269-4E25-864F-0A65FE2BA3DA}" destId="{F99B79CA-7825-46A6-811E-5A5C05C0C978}" srcOrd="2" destOrd="0" parTransId="{670808F2-5C93-446C-A983-06973FAA4C25}" sibTransId="{5347D217-DC50-447C-BF34-7D4AF759267D}"/>
    <dgm:cxn modelId="{ADF13B5C-1BEA-EC40-BB24-E3EBD0FF1B31}" type="presOf" srcId="{F99B79CA-7825-46A6-811E-5A5C05C0C978}" destId="{ADFC4C67-71AB-934E-ACC6-8FFA42F7FFB1}" srcOrd="0" destOrd="2" presId="urn:microsoft.com/office/officeart/2005/8/layout/vList2"/>
    <dgm:cxn modelId="{2872A0A5-219E-2C4D-9776-DAB30ADD6B76}" type="presOf" srcId="{5FB96A05-0BF9-4739-953F-1B2A03AB0DCE}" destId="{2F76672C-D6D3-7C45-A4DA-1B161BB409FF}" srcOrd="0" destOrd="0" presId="urn:microsoft.com/office/officeart/2005/8/layout/vList2"/>
    <dgm:cxn modelId="{BF87FEB5-3EA5-814F-ACE6-E30B8F71D724}" type="presOf" srcId="{DC85707E-DAD2-4D17-AE67-4D7096F7016F}" destId="{A4B09B24-5BB9-A54B-AE51-1C939034C444}" srcOrd="0" destOrd="0" presId="urn:microsoft.com/office/officeart/2005/8/layout/vList2"/>
    <dgm:cxn modelId="{A47E4CC0-B9E3-46EC-A97C-4ADE9B136732}" srcId="{5FB96A05-0BF9-4739-953F-1B2A03AB0DCE}" destId="{A827334A-5269-4E25-864F-0A65FE2BA3DA}" srcOrd="0" destOrd="0" parTransId="{C13FE1B2-A894-48F1-B7C3-D1E682B4C50C}" sibTransId="{9DCF0941-A6F5-4C81-B7EB-BB25191D4E54}"/>
    <dgm:cxn modelId="{197374C3-C0CE-4D92-9839-2DA3EB46F4FE}" srcId="{A827334A-5269-4E25-864F-0A65FE2BA3DA}" destId="{A05D1844-2E1F-4222-9EF5-E9585963A40C}" srcOrd="0" destOrd="0" parTransId="{D9B047F9-3D52-40B9-B5D0-A9A5C7CDB3A8}" sibTransId="{BE06FF02-498B-4EDB-8F6B-5BA95BBF0521}"/>
    <dgm:cxn modelId="{C5AA40CB-1214-45E6-A823-846320FCDB9B}" srcId="{A827334A-5269-4E25-864F-0A65FE2BA3DA}" destId="{1EEA2093-C6D3-4105-8A26-3E00F88707E1}" srcOrd="1" destOrd="0" parTransId="{5B87CBD3-D60A-4F33-80FA-A5FB04B8851A}" sibTransId="{E0245870-372A-4B65-80C7-2AFCB983F382}"/>
    <dgm:cxn modelId="{2111D7D3-AFFD-4712-90B5-FA828552400B}" srcId="{DC85707E-DAD2-4D17-AE67-4D7096F7016F}" destId="{A8C0C47B-0FC5-43F8-859F-CB3F896217E7}" srcOrd="0" destOrd="0" parTransId="{AA6D9FBD-E637-4C58-B797-28F7D9A642F2}" sibTransId="{FAC4A3A3-0D8D-4B1E-BBAC-23FBBD108E64}"/>
    <dgm:cxn modelId="{1D1F91F5-0A35-4CC4-B8A6-043DC046FD7F}" srcId="{5FB96A05-0BF9-4739-953F-1B2A03AB0DCE}" destId="{DC85707E-DAD2-4D17-AE67-4D7096F7016F}" srcOrd="1" destOrd="0" parTransId="{B06A7275-B359-4617-9F3F-69055E019244}" sibTransId="{468ED62B-E16A-4A39-9401-10D033652F59}"/>
    <dgm:cxn modelId="{363FE9D9-7425-464D-B08E-C482C0391FFD}" type="presParOf" srcId="{2F76672C-D6D3-7C45-A4DA-1B161BB409FF}" destId="{7AEA5B5F-2B31-4945-A475-FD2EF1012F9D}" srcOrd="0" destOrd="0" presId="urn:microsoft.com/office/officeart/2005/8/layout/vList2"/>
    <dgm:cxn modelId="{AD8B1068-E6C4-FF4B-ABB8-957A5A272C51}" type="presParOf" srcId="{2F76672C-D6D3-7C45-A4DA-1B161BB409FF}" destId="{ADFC4C67-71AB-934E-ACC6-8FFA42F7FFB1}" srcOrd="1" destOrd="0" presId="urn:microsoft.com/office/officeart/2005/8/layout/vList2"/>
    <dgm:cxn modelId="{4BB1380C-CC96-6F42-9887-276849C6F507}" type="presParOf" srcId="{2F76672C-D6D3-7C45-A4DA-1B161BB409FF}" destId="{A4B09B24-5BB9-A54B-AE51-1C939034C444}" srcOrd="2" destOrd="0" presId="urn:microsoft.com/office/officeart/2005/8/layout/vList2"/>
    <dgm:cxn modelId="{EEF69290-210B-B34D-84FB-7D0EDC03C1AD}" type="presParOf" srcId="{2F76672C-D6D3-7C45-A4DA-1B161BB409FF}" destId="{3121DB4E-C265-E84C-BC00-844A845AC41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C05B68-9A12-4E91-98D5-83C5A4AD1CB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3C5691C-AC0A-44C5-B340-66C9FEC68FDB}">
      <dgm:prSet/>
      <dgm:spPr/>
      <dgm:t>
        <a:bodyPr/>
        <a:lstStyle/>
        <a:p>
          <a:r>
            <a:rPr lang="en-PK" dirty="0"/>
            <a:t>Frontend Development</a:t>
          </a:r>
          <a:endParaRPr lang="en-US" dirty="0"/>
        </a:p>
      </dgm:t>
    </dgm:pt>
    <dgm:pt modelId="{6DF85BC1-9FBA-4776-A160-28472795C07B}" type="parTrans" cxnId="{DC5A5923-9C93-4E65-B8C0-7137CF01D75A}">
      <dgm:prSet/>
      <dgm:spPr/>
      <dgm:t>
        <a:bodyPr/>
        <a:lstStyle/>
        <a:p>
          <a:endParaRPr lang="en-US"/>
        </a:p>
      </dgm:t>
    </dgm:pt>
    <dgm:pt modelId="{D7BCA648-0A4D-47AA-BDB3-9368529049A9}" type="sibTrans" cxnId="{DC5A5923-9C93-4E65-B8C0-7137CF01D75A}">
      <dgm:prSet/>
      <dgm:spPr/>
      <dgm:t>
        <a:bodyPr/>
        <a:lstStyle/>
        <a:p>
          <a:endParaRPr lang="en-US"/>
        </a:p>
      </dgm:t>
    </dgm:pt>
    <dgm:pt modelId="{7C907616-BD91-4410-BB40-EBC1CC045C2B}">
      <dgm:prSet/>
      <dgm:spPr/>
      <dgm:t>
        <a:bodyPr/>
        <a:lstStyle/>
        <a:p>
          <a:r>
            <a:rPr lang="en-PK" dirty="0"/>
            <a:t>Backend Development</a:t>
          </a:r>
          <a:endParaRPr lang="en-US" dirty="0"/>
        </a:p>
      </dgm:t>
    </dgm:pt>
    <dgm:pt modelId="{5E036040-86C9-4FBF-8D64-5A7F91D417EA}" type="parTrans" cxnId="{68BEE318-5191-4217-9E07-1EA32B934F12}">
      <dgm:prSet/>
      <dgm:spPr/>
      <dgm:t>
        <a:bodyPr/>
        <a:lstStyle/>
        <a:p>
          <a:endParaRPr lang="en-US"/>
        </a:p>
      </dgm:t>
    </dgm:pt>
    <dgm:pt modelId="{A9EF9670-C7ED-4E6A-B3E1-5AF9BB722E8B}" type="sibTrans" cxnId="{68BEE318-5191-4217-9E07-1EA32B934F12}">
      <dgm:prSet/>
      <dgm:spPr/>
      <dgm:t>
        <a:bodyPr/>
        <a:lstStyle/>
        <a:p>
          <a:endParaRPr lang="en-US"/>
        </a:p>
      </dgm:t>
    </dgm:pt>
    <dgm:pt modelId="{4A1A8CE2-8081-4B57-804C-130C90ADBF5F}">
      <dgm:prSet/>
      <dgm:spPr/>
      <dgm:t>
        <a:bodyPr/>
        <a:lstStyle/>
        <a:p>
          <a:r>
            <a:rPr lang="en-PK" dirty="0"/>
            <a:t>Databases</a:t>
          </a:r>
          <a:endParaRPr lang="en-US" dirty="0"/>
        </a:p>
      </dgm:t>
    </dgm:pt>
    <dgm:pt modelId="{08C071BD-60D8-4C5D-981D-45051280B5E9}" type="parTrans" cxnId="{CA3818D4-ACE8-47C1-A188-58792C110A99}">
      <dgm:prSet/>
      <dgm:spPr/>
      <dgm:t>
        <a:bodyPr/>
        <a:lstStyle/>
        <a:p>
          <a:endParaRPr lang="en-US"/>
        </a:p>
      </dgm:t>
    </dgm:pt>
    <dgm:pt modelId="{D5B9A320-A795-457E-81C5-9AE42F441C55}" type="sibTrans" cxnId="{CA3818D4-ACE8-47C1-A188-58792C110A99}">
      <dgm:prSet/>
      <dgm:spPr/>
      <dgm:t>
        <a:bodyPr/>
        <a:lstStyle/>
        <a:p>
          <a:endParaRPr lang="en-US"/>
        </a:p>
      </dgm:t>
    </dgm:pt>
    <dgm:pt modelId="{A0A26BB7-6ECA-409A-9DBE-1989B967DDC7}">
      <dgm:prSet/>
      <dgm:spPr/>
      <dgm:t>
        <a:bodyPr/>
        <a:lstStyle/>
        <a:p>
          <a:r>
            <a:rPr lang="en-PK" dirty="0"/>
            <a:t>Deployment</a:t>
          </a:r>
          <a:endParaRPr lang="en-US" dirty="0"/>
        </a:p>
      </dgm:t>
    </dgm:pt>
    <dgm:pt modelId="{C30B8108-3B8C-4646-97C9-B4734D96C9F5}" type="parTrans" cxnId="{08BF2AC0-3AAD-464B-A363-F78B312589E8}">
      <dgm:prSet/>
      <dgm:spPr/>
      <dgm:t>
        <a:bodyPr/>
        <a:lstStyle/>
        <a:p>
          <a:endParaRPr lang="en-US"/>
        </a:p>
      </dgm:t>
    </dgm:pt>
    <dgm:pt modelId="{3B2D28E9-3909-4AC8-9ED6-92A55364A022}" type="sibTrans" cxnId="{08BF2AC0-3AAD-464B-A363-F78B312589E8}">
      <dgm:prSet/>
      <dgm:spPr/>
      <dgm:t>
        <a:bodyPr/>
        <a:lstStyle/>
        <a:p>
          <a:endParaRPr lang="en-US"/>
        </a:p>
      </dgm:t>
    </dgm:pt>
    <dgm:pt modelId="{A3219826-C09B-4DBE-839A-3B53E5CE2E34}">
      <dgm:prSet/>
      <dgm:spPr/>
      <dgm:t>
        <a:bodyPr/>
        <a:lstStyle/>
        <a:p>
          <a:r>
            <a:rPr lang="en-PK" dirty="0"/>
            <a:t>Maintenance</a:t>
          </a:r>
          <a:endParaRPr lang="en-US" dirty="0"/>
        </a:p>
      </dgm:t>
    </dgm:pt>
    <dgm:pt modelId="{F86C48D1-4FAA-412A-B23D-4FEC70B393D5}" type="parTrans" cxnId="{8235CFAC-ABB5-4D70-8641-E06E47274E3F}">
      <dgm:prSet/>
      <dgm:spPr/>
      <dgm:t>
        <a:bodyPr/>
        <a:lstStyle/>
        <a:p>
          <a:endParaRPr lang="en-US"/>
        </a:p>
      </dgm:t>
    </dgm:pt>
    <dgm:pt modelId="{F5C3D720-918B-4605-AC3C-1F6958630D81}" type="sibTrans" cxnId="{8235CFAC-ABB5-4D70-8641-E06E47274E3F}">
      <dgm:prSet/>
      <dgm:spPr/>
      <dgm:t>
        <a:bodyPr/>
        <a:lstStyle/>
        <a:p>
          <a:endParaRPr lang="en-US"/>
        </a:p>
      </dgm:t>
    </dgm:pt>
    <dgm:pt modelId="{B6A4DE5A-813D-E041-A77A-3C6B785688A1}">
      <dgm:prSet/>
      <dgm:spPr/>
      <dgm:t>
        <a:bodyPr/>
        <a:lstStyle/>
        <a:p>
          <a:r>
            <a:rPr lang="en-GB" dirty="0"/>
            <a:t>UI/UX, HTML, CSS, JS</a:t>
          </a:r>
        </a:p>
      </dgm:t>
    </dgm:pt>
    <dgm:pt modelId="{6D7301E0-288F-A347-B83A-3274841E6E08}" type="parTrans" cxnId="{68BB3044-C5DF-9C40-BE28-F8A57B43786E}">
      <dgm:prSet/>
      <dgm:spPr/>
      <dgm:t>
        <a:bodyPr/>
        <a:lstStyle/>
        <a:p>
          <a:endParaRPr lang="en-GB"/>
        </a:p>
      </dgm:t>
    </dgm:pt>
    <dgm:pt modelId="{6FE84D88-AE31-2747-A7F8-28931E56078D}" type="sibTrans" cxnId="{68BB3044-C5DF-9C40-BE28-F8A57B43786E}">
      <dgm:prSet/>
      <dgm:spPr/>
      <dgm:t>
        <a:bodyPr/>
        <a:lstStyle/>
        <a:p>
          <a:endParaRPr lang="en-GB"/>
        </a:p>
      </dgm:t>
    </dgm:pt>
    <dgm:pt modelId="{E6605B59-CE83-8B42-888D-D7797F3F27AF}">
      <dgm:prSet/>
      <dgm:spPr/>
      <dgm:t>
        <a:bodyPr/>
        <a:lstStyle/>
        <a:p>
          <a:r>
            <a:rPr lang="en-GB" dirty="0"/>
            <a:t>Server logic, APIs</a:t>
          </a:r>
        </a:p>
      </dgm:t>
    </dgm:pt>
    <dgm:pt modelId="{C32FC772-E8B9-B146-89F7-0D863A4E4754}" type="parTrans" cxnId="{3E5305C1-BC64-134D-AD45-7B69EE03C607}">
      <dgm:prSet/>
      <dgm:spPr/>
      <dgm:t>
        <a:bodyPr/>
        <a:lstStyle/>
        <a:p>
          <a:endParaRPr lang="en-GB"/>
        </a:p>
      </dgm:t>
    </dgm:pt>
    <dgm:pt modelId="{D4C4DA60-15E1-8942-AC00-8252FBDC72FF}" type="sibTrans" cxnId="{3E5305C1-BC64-134D-AD45-7B69EE03C607}">
      <dgm:prSet/>
      <dgm:spPr/>
      <dgm:t>
        <a:bodyPr/>
        <a:lstStyle/>
        <a:p>
          <a:endParaRPr lang="en-GB"/>
        </a:p>
      </dgm:t>
    </dgm:pt>
    <dgm:pt modelId="{6251EB29-577E-E243-B8DE-431A7F2A19B3}">
      <dgm:prSet/>
      <dgm:spPr/>
      <dgm:t>
        <a:bodyPr/>
        <a:lstStyle/>
        <a:p>
          <a:r>
            <a:rPr lang="en-GB" dirty="0"/>
            <a:t>Data Storage and Retrieval</a:t>
          </a:r>
        </a:p>
      </dgm:t>
    </dgm:pt>
    <dgm:pt modelId="{67B90E77-165C-8440-81E2-2F418CE34D56}" type="parTrans" cxnId="{6175A490-E000-9A43-88B8-40C8E9DE66C6}">
      <dgm:prSet/>
      <dgm:spPr/>
      <dgm:t>
        <a:bodyPr/>
        <a:lstStyle/>
        <a:p>
          <a:endParaRPr lang="en-GB"/>
        </a:p>
      </dgm:t>
    </dgm:pt>
    <dgm:pt modelId="{1F1C37C3-1134-2140-BF8F-80BFEEFE653B}" type="sibTrans" cxnId="{6175A490-E000-9A43-88B8-40C8E9DE66C6}">
      <dgm:prSet/>
      <dgm:spPr/>
      <dgm:t>
        <a:bodyPr/>
        <a:lstStyle/>
        <a:p>
          <a:endParaRPr lang="en-GB"/>
        </a:p>
      </dgm:t>
    </dgm:pt>
    <dgm:pt modelId="{546FA860-949F-2F4F-A969-813F5E48904C}">
      <dgm:prSet/>
      <dgm:spPr/>
      <dgm:t>
        <a:bodyPr/>
        <a:lstStyle/>
        <a:p>
          <a:r>
            <a:rPr lang="en-GB" dirty="0"/>
            <a:t>Cloud hosting, DevOps, CI/CD</a:t>
          </a:r>
        </a:p>
      </dgm:t>
    </dgm:pt>
    <dgm:pt modelId="{166E9B8A-35E7-4743-871D-81F681F8EFEB}" type="parTrans" cxnId="{8B64456E-4F56-1841-B221-64E2B3E7267F}">
      <dgm:prSet/>
      <dgm:spPr/>
      <dgm:t>
        <a:bodyPr/>
        <a:lstStyle/>
        <a:p>
          <a:endParaRPr lang="en-GB"/>
        </a:p>
      </dgm:t>
    </dgm:pt>
    <dgm:pt modelId="{12768946-FC1A-8647-B4A7-316FFB715DC6}" type="sibTrans" cxnId="{8B64456E-4F56-1841-B221-64E2B3E7267F}">
      <dgm:prSet/>
      <dgm:spPr/>
      <dgm:t>
        <a:bodyPr/>
        <a:lstStyle/>
        <a:p>
          <a:endParaRPr lang="en-GB"/>
        </a:p>
      </dgm:t>
    </dgm:pt>
    <dgm:pt modelId="{053D5B96-DF16-694F-97FB-16CC22D2F4BD}">
      <dgm:prSet/>
      <dgm:spPr/>
      <dgm:t>
        <a:bodyPr/>
        <a:lstStyle/>
        <a:p>
          <a:r>
            <a:rPr lang="en-GB" dirty="0"/>
            <a:t>Updates, monitoring, bug fixes</a:t>
          </a:r>
        </a:p>
      </dgm:t>
    </dgm:pt>
    <dgm:pt modelId="{1AF73978-AD47-4E40-9ED3-04F538C57DC7}" type="parTrans" cxnId="{872D4932-38C2-7D4F-93CD-D3415CF3ED22}">
      <dgm:prSet/>
      <dgm:spPr/>
      <dgm:t>
        <a:bodyPr/>
        <a:lstStyle/>
        <a:p>
          <a:endParaRPr lang="en-GB"/>
        </a:p>
      </dgm:t>
    </dgm:pt>
    <dgm:pt modelId="{17EED7B2-3933-8E4A-95E9-EF7ED78A7F10}" type="sibTrans" cxnId="{872D4932-38C2-7D4F-93CD-D3415CF3ED22}">
      <dgm:prSet/>
      <dgm:spPr/>
      <dgm:t>
        <a:bodyPr/>
        <a:lstStyle/>
        <a:p>
          <a:endParaRPr lang="en-GB"/>
        </a:p>
      </dgm:t>
    </dgm:pt>
    <dgm:pt modelId="{5473A9CB-BFC3-8F4D-941C-F4DF14927995}" type="pres">
      <dgm:prSet presAssocID="{B5C05B68-9A12-4E91-98D5-83C5A4AD1CB1}" presName="linear" presStyleCnt="0">
        <dgm:presLayoutVars>
          <dgm:animLvl val="lvl"/>
          <dgm:resizeHandles val="exact"/>
        </dgm:presLayoutVars>
      </dgm:prSet>
      <dgm:spPr/>
    </dgm:pt>
    <dgm:pt modelId="{A8F3814B-E9F9-9C45-AD30-E8C9759B942F}" type="pres">
      <dgm:prSet presAssocID="{33C5691C-AC0A-44C5-B340-66C9FEC68FD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BFFCE8B-E569-C641-B1C4-8CADD9A63683}" type="pres">
      <dgm:prSet presAssocID="{33C5691C-AC0A-44C5-B340-66C9FEC68FDB}" presName="childText" presStyleLbl="revTx" presStyleIdx="0" presStyleCnt="5">
        <dgm:presLayoutVars>
          <dgm:bulletEnabled val="1"/>
        </dgm:presLayoutVars>
      </dgm:prSet>
      <dgm:spPr/>
    </dgm:pt>
    <dgm:pt modelId="{163FEFFA-D63C-064D-B122-4EF06293B455}" type="pres">
      <dgm:prSet presAssocID="{7C907616-BD91-4410-BB40-EBC1CC045C2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D7A8E25-3CDE-434F-81DB-F48447901502}" type="pres">
      <dgm:prSet presAssocID="{7C907616-BD91-4410-BB40-EBC1CC045C2B}" presName="childText" presStyleLbl="revTx" presStyleIdx="1" presStyleCnt="5">
        <dgm:presLayoutVars>
          <dgm:bulletEnabled val="1"/>
        </dgm:presLayoutVars>
      </dgm:prSet>
      <dgm:spPr/>
    </dgm:pt>
    <dgm:pt modelId="{6190743B-9708-F740-BD23-F5B0DAD7269A}" type="pres">
      <dgm:prSet presAssocID="{4A1A8CE2-8081-4B57-804C-130C90ADBF5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689D8DB-F4C3-154C-9284-9FBB0BD617C7}" type="pres">
      <dgm:prSet presAssocID="{4A1A8CE2-8081-4B57-804C-130C90ADBF5F}" presName="childText" presStyleLbl="revTx" presStyleIdx="2" presStyleCnt="5">
        <dgm:presLayoutVars>
          <dgm:bulletEnabled val="1"/>
        </dgm:presLayoutVars>
      </dgm:prSet>
      <dgm:spPr/>
    </dgm:pt>
    <dgm:pt modelId="{83A9EE70-FEA5-8E42-AD2D-B56A3846ACAF}" type="pres">
      <dgm:prSet presAssocID="{A0A26BB7-6ECA-409A-9DBE-1989B967DDC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71C3F8E-9DA5-CC4D-8CD0-38F7EC4EAAEA}" type="pres">
      <dgm:prSet presAssocID="{A0A26BB7-6ECA-409A-9DBE-1989B967DDC7}" presName="childText" presStyleLbl="revTx" presStyleIdx="3" presStyleCnt="5">
        <dgm:presLayoutVars>
          <dgm:bulletEnabled val="1"/>
        </dgm:presLayoutVars>
      </dgm:prSet>
      <dgm:spPr/>
    </dgm:pt>
    <dgm:pt modelId="{B2E27A9E-078D-B14F-B006-DC42B61E997A}" type="pres">
      <dgm:prSet presAssocID="{A3219826-C09B-4DBE-839A-3B53E5CE2E3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8A9AF38F-D2AE-1A44-904C-EADCE5E6641E}" type="pres">
      <dgm:prSet presAssocID="{A3219826-C09B-4DBE-839A-3B53E5CE2E34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01720002-D10D-7C43-B63C-74B258FCD209}" type="presOf" srcId="{B6A4DE5A-813D-E041-A77A-3C6B785688A1}" destId="{BBFFCE8B-E569-C641-B1C4-8CADD9A63683}" srcOrd="0" destOrd="0" presId="urn:microsoft.com/office/officeart/2005/8/layout/vList2"/>
    <dgm:cxn modelId="{DBC6BE02-E728-174E-BFC4-B6DA6ABD2337}" type="presOf" srcId="{A3219826-C09B-4DBE-839A-3B53E5CE2E34}" destId="{B2E27A9E-078D-B14F-B006-DC42B61E997A}" srcOrd="0" destOrd="0" presId="urn:microsoft.com/office/officeart/2005/8/layout/vList2"/>
    <dgm:cxn modelId="{68BEE318-5191-4217-9E07-1EA32B934F12}" srcId="{B5C05B68-9A12-4E91-98D5-83C5A4AD1CB1}" destId="{7C907616-BD91-4410-BB40-EBC1CC045C2B}" srcOrd="1" destOrd="0" parTransId="{5E036040-86C9-4FBF-8D64-5A7F91D417EA}" sibTransId="{A9EF9670-C7ED-4E6A-B3E1-5AF9BB722E8B}"/>
    <dgm:cxn modelId="{DC5A5923-9C93-4E65-B8C0-7137CF01D75A}" srcId="{B5C05B68-9A12-4E91-98D5-83C5A4AD1CB1}" destId="{33C5691C-AC0A-44C5-B340-66C9FEC68FDB}" srcOrd="0" destOrd="0" parTransId="{6DF85BC1-9FBA-4776-A160-28472795C07B}" sibTransId="{D7BCA648-0A4D-47AA-BDB3-9368529049A9}"/>
    <dgm:cxn modelId="{872D4932-38C2-7D4F-93CD-D3415CF3ED22}" srcId="{A3219826-C09B-4DBE-839A-3B53E5CE2E34}" destId="{053D5B96-DF16-694F-97FB-16CC22D2F4BD}" srcOrd="0" destOrd="0" parTransId="{1AF73978-AD47-4E40-9ED3-04F538C57DC7}" sibTransId="{17EED7B2-3933-8E4A-95E9-EF7ED78A7F10}"/>
    <dgm:cxn modelId="{68BB3044-C5DF-9C40-BE28-F8A57B43786E}" srcId="{33C5691C-AC0A-44C5-B340-66C9FEC68FDB}" destId="{B6A4DE5A-813D-E041-A77A-3C6B785688A1}" srcOrd="0" destOrd="0" parTransId="{6D7301E0-288F-A347-B83A-3274841E6E08}" sibTransId="{6FE84D88-AE31-2747-A7F8-28931E56078D}"/>
    <dgm:cxn modelId="{0200D34B-1E1D-3841-BFAF-B9A03587D5B2}" type="presOf" srcId="{33C5691C-AC0A-44C5-B340-66C9FEC68FDB}" destId="{A8F3814B-E9F9-9C45-AD30-E8C9759B942F}" srcOrd="0" destOrd="0" presId="urn:microsoft.com/office/officeart/2005/8/layout/vList2"/>
    <dgm:cxn modelId="{74C39A63-2342-1244-BCEE-319ECEDE33DD}" type="presOf" srcId="{6251EB29-577E-E243-B8DE-431A7F2A19B3}" destId="{9689D8DB-F4C3-154C-9284-9FBB0BD617C7}" srcOrd="0" destOrd="0" presId="urn:microsoft.com/office/officeart/2005/8/layout/vList2"/>
    <dgm:cxn modelId="{8B64456E-4F56-1841-B221-64E2B3E7267F}" srcId="{A0A26BB7-6ECA-409A-9DBE-1989B967DDC7}" destId="{546FA860-949F-2F4F-A969-813F5E48904C}" srcOrd="0" destOrd="0" parTransId="{166E9B8A-35E7-4743-871D-81F681F8EFEB}" sibTransId="{12768946-FC1A-8647-B4A7-316FFB715DC6}"/>
    <dgm:cxn modelId="{D1DABB78-23AD-4C47-A970-6C79B5AF982E}" type="presOf" srcId="{A0A26BB7-6ECA-409A-9DBE-1989B967DDC7}" destId="{83A9EE70-FEA5-8E42-AD2D-B56A3846ACAF}" srcOrd="0" destOrd="0" presId="urn:microsoft.com/office/officeart/2005/8/layout/vList2"/>
    <dgm:cxn modelId="{BFAAA68B-A759-074C-B587-F92F09A3F530}" type="presOf" srcId="{053D5B96-DF16-694F-97FB-16CC22D2F4BD}" destId="{8A9AF38F-D2AE-1A44-904C-EADCE5E6641E}" srcOrd="0" destOrd="0" presId="urn:microsoft.com/office/officeart/2005/8/layout/vList2"/>
    <dgm:cxn modelId="{6175A490-E000-9A43-88B8-40C8E9DE66C6}" srcId="{4A1A8CE2-8081-4B57-804C-130C90ADBF5F}" destId="{6251EB29-577E-E243-B8DE-431A7F2A19B3}" srcOrd="0" destOrd="0" parTransId="{67B90E77-165C-8440-81E2-2F418CE34D56}" sibTransId="{1F1C37C3-1134-2140-BF8F-80BFEEFE653B}"/>
    <dgm:cxn modelId="{8235CFAC-ABB5-4D70-8641-E06E47274E3F}" srcId="{B5C05B68-9A12-4E91-98D5-83C5A4AD1CB1}" destId="{A3219826-C09B-4DBE-839A-3B53E5CE2E34}" srcOrd="4" destOrd="0" parTransId="{F86C48D1-4FAA-412A-B23D-4FEC70B393D5}" sibTransId="{F5C3D720-918B-4605-AC3C-1F6958630D81}"/>
    <dgm:cxn modelId="{AD88A1BF-61AE-184B-B91C-84463F0D4C68}" type="presOf" srcId="{E6605B59-CE83-8B42-888D-D7797F3F27AF}" destId="{9D7A8E25-3CDE-434F-81DB-F48447901502}" srcOrd="0" destOrd="0" presId="urn:microsoft.com/office/officeart/2005/8/layout/vList2"/>
    <dgm:cxn modelId="{08BF2AC0-3AAD-464B-A363-F78B312589E8}" srcId="{B5C05B68-9A12-4E91-98D5-83C5A4AD1CB1}" destId="{A0A26BB7-6ECA-409A-9DBE-1989B967DDC7}" srcOrd="3" destOrd="0" parTransId="{C30B8108-3B8C-4646-97C9-B4734D96C9F5}" sibTransId="{3B2D28E9-3909-4AC8-9ED6-92A55364A022}"/>
    <dgm:cxn modelId="{3E5305C1-BC64-134D-AD45-7B69EE03C607}" srcId="{7C907616-BD91-4410-BB40-EBC1CC045C2B}" destId="{E6605B59-CE83-8B42-888D-D7797F3F27AF}" srcOrd="0" destOrd="0" parTransId="{C32FC772-E8B9-B146-89F7-0D863A4E4754}" sibTransId="{D4C4DA60-15E1-8942-AC00-8252FBDC72FF}"/>
    <dgm:cxn modelId="{EDB87ACC-1DB9-664B-8802-B98C41C2BEF2}" type="presOf" srcId="{B5C05B68-9A12-4E91-98D5-83C5A4AD1CB1}" destId="{5473A9CB-BFC3-8F4D-941C-F4DF14927995}" srcOrd="0" destOrd="0" presId="urn:microsoft.com/office/officeart/2005/8/layout/vList2"/>
    <dgm:cxn modelId="{CA3818D4-ACE8-47C1-A188-58792C110A99}" srcId="{B5C05B68-9A12-4E91-98D5-83C5A4AD1CB1}" destId="{4A1A8CE2-8081-4B57-804C-130C90ADBF5F}" srcOrd="2" destOrd="0" parTransId="{08C071BD-60D8-4C5D-981D-45051280B5E9}" sibTransId="{D5B9A320-A795-457E-81C5-9AE42F441C55}"/>
    <dgm:cxn modelId="{AD5FBED4-6D23-3A4C-A725-21FC7AB783F4}" type="presOf" srcId="{546FA860-949F-2F4F-A969-813F5E48904C}" destId="{D71C3F8E-9DA5-CC4D-8CD0-38F7EC4EAAEA}" srcOrd="0" destOrd="0" presId="urn:microsoft.com/office/officeart/2005/8/layout/vList2"/>
    <dgm:cxn modelId="{D10268DC-C602-044D-9413-295E857525C6}" type="presOf" srcId="{7C907616-BD91-4410-BB40-EBC1CC045C2B}" destId="{163FEFFA-D63C-064D-B122-4EF06293B455}" srcOrd="0" destOrd="0" presId="urn:microsoft.com/office/officeart/2005/8/layout/vList2"/>
    <dgm:cxn modelId="{58E7A6E6-EFF1-2F47-954F-ACAE3A7E3FBA}" type="presOf" srcId="{4A1A8CE2-8081-4B57-804C-130C90ADBF5F}" destId="{6190743B-9708-F740-BD23-F5B0DAD7269A}" srcOrd="0" destOrd="0" presId="urn:microsoft.com/office/officeart/2005/8/layout/vList2"/>
    <dgm:cxn modelId="{9D4EFE24-2239-474E-BF69-FA75F399700F}" type="presParOf" srcId="{5473A9CB-BFC3-8F4D-941C-F4DF14927995}" destId="{A8F3814B-E9F9-9C45-AD30-E8C9759B942F}" srcOrd="0" destOrd="0" presId="urn:microsoft.com/office/officeart/2005/8/layout/vList2"/>
    <dgm:cxn modelId="{3C7B8C6E-A38C-0D4C-9B78-958990C3A328}" type="presParOf" srcId="{5473A9CB-BFC3-8F4D-941C-F4DF14927995}" destId="{BBFFCE8B-E569-C641-B1C4-8CADD9A63683}" srcOrd="1" destOrd="0" presId="urn:microsoft.com/office/officeart/2005/8/layout/vList2"/>
    <dgm:cxn modelId="{ADC9D589-EB85-C74B-A0F6-52ABC5C4658C}" type="presParOf" srcId="{5473A9CB-BFC3-8F4D-941C-F4DF14927995}" destId="{163FEFFA-D63C-064D-B122-4EF06293B455}" srcOrd="2" destOrd="0" presId="urn:microsoft.com/office/officeart/2005/8/layout/vList2"/>
    <dgm:cxn modelId="{0F2668C2-E35A-CA40-A844-48D4F519426A}" type="presParOf" srcId="{5473A9CB-BFC3-8F4D-941C-F4DF14927995}" destId="{9D7A8E25-3CDE-434F-81DB-F48447901502}" srcOrd="3" destOrd="0" presId="urn:microsoft.com/office/officeart/2005/8/layout/vList2"/>
    <dgm:cxn modelId="{84FF363C-1717-FB4B-92CE-912951F367A6}" type="presParOf" srcId="{5473A9CB-BFC3-8F4D-941C-F4DF14927995}" destId="{6190743B-9708-F740-BD23-F5B0DAD7269A}" srcOrd="4" destOrd="0" presId="urn:microsoft.com/office/officeart/2005/8/layout/vList2"/>
    <dgm:cxn modelId="{E6993307-05D2-B043-B5ED-273FDFAB41D4}" type="presParOf" srcId="{5473A9CB-BFC3-8F4D-941C-F4DF14927995}" destId="{9689D8DB-F4C3-154C-9284-9FBB0BD617C7}" srcOrd="5" destOrd="0" presId="urn:microsoft.com/office/officeart/2005/8/layout/vList2"/>
    <dgm:cxn modelId="{EABB7904-7476-044D-A4A2-089FB28B182A}" type="presParOf" srcId="{5473A9CB-BFC3-8F4D-941C-F4DF14927995}" destId="{83A9EE70-FEA5-8E42-AD2D-B56A3846ACAF}" srcOrd="6" destOrd="0" presId="urn:microsoft.com/office/officeart/2005/8/layout/vList2"/>
    <dgm:cxn modelId="{73C996DA-C1CF-5A46-A30F-973F2557FDA0}" type="presParOf" srcId="{5473A9CB-BFC3-8F4D-941C-F4DF14927995}" destId="{D71C3F8E-9DA5-CC4D-8CD0-38F7EC4EAAEA}" srcOrd="7" destOrd="0" presId="urn:microsoft.com/office/officeart/2005/8/layout/vList2"/>
    <dgm:cxn modelId="{04218277-058E-F74C-A278-540E6ED73524}" type="presParOf" srcId="{5473A9CB-BFC3-8F4D-941C-F4DF14927995}" destId="{B2E27A9E-078D-B14F-B006-DC42B61E997A}" srcOrd="8" destOrd="0" presId="urn:microsoft.com/office/officeart/2005/8/layout/vList2"/>
    <dgm:cxn modelId="{1AD2BCBE-BC44-B44F-A860-59B0432C5889}" type="presParOf" srcId="{5473A9CB-BFC3-8F4D-941C-F4DF14927995}" destId="{8A9AF38F-D2AE-1A44-904C-EADCE5E6641E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E4E0FC-D5A3-4D39-BC5F-141F7D06126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D4BC27-E84D-41F3-9043-E9AA29E67A38}">
      <dgm:prSet/>
      <dgm:spPr/>
      <dgm:t>
        <a:bodyPr/>
        <a:lstStyle/>
        <a:p>
          <a:r>
            <a:rPr lang="en-GB"/>
            <a:t>Web Engineering = </a:t>
          </a:r>
          <a:r>
            <a:rPr lang="en-GB" i="1"/>
            <a:t>beyond coding</a:t>
          </a:r>
          <a:r>
            <a:rPr lang="en-GB"/>
            <a:t> → systematic approach.</a:t>
          </a:r>
          <a:endParaRPr lang="en-US"/>
        </a:p>
      </dgm:t>
    </dgm:pt>
    <dgm:pt modelId="{C609348D-354E-4B3C-A5E9-6A444858E3D2}" type="parTrans" cxnId="{9A234583-4858-40FE-9AF3-670314379C20}">
      <dgm:prSet/>
      <dgm:spPr/>
      <dgm:t>
        <a:bodyPr/>
        <a:lstStyle/>
        <a:p>
          <a:endParaRPr lang="en-US"/>
        </a:p>
      </dgm:t>
    </dgm:pt>
    <dgm:pt modelId="{00547AC8-E075-449B-BCC2-75A85B12C138}" type="sibTrans" cxnId="{9A234583-4858-40FE-9AF3-670314379C20}">
      <dgm:prSet/>
      <dgm:spPr/>
      <dgm:t>
        <a:bodyPr/>
        <a:lstStyle/>
        <a:p>
          <a:endParaRPr lang="en-US"/>
        </a:p>
      </dgm:t>
    </dgm:pt>
    <dgm:pt modelId="{FC853FD8-66F2-4346-A4DE-2D562A3B24F2}">
      <dgm:prSet/>
      <dgm:spPr/>
      <dgm:t>
        <a:bodyPr/>
        <a:lstStyle/>
        <a:p>
          <a:r>
            <a:rPr lang="en-GB"/>
            <a:t>Handles </a:t>
          </a:r>
          <a:r>
            <a:rPr lang="en-GB" b="1"/>
            <a:t>complexity, scalability, security, maintenance</a:t>
          </a:r>
          <a:r>
            <a:rPr lang="en-GB"/>
            <a:t>.</a:t>
          </a:r>
          <a:endParaRPr lang="en-US"/>
        </a:p>
      </dgm:t>
    </dgm:pt>
    <dgm:pt modelId="{2F9A6EE8-E385-4A03-84CA-66694500EF5E}" type="parTrans" cxnId="{56ADCF10-174B-4E70-8F2E-5AE1B8C6D4CB}">
      <dgm:prSet/>
      <dgm:spPr/>
      <dgm:t>
        <a:bodyPr/>
        <a:lstStyle/>
        <a:p>
          <a:endParaRPr lang="en-US"/>
        </a:p>
      </dgm:t>
    </dgm:pt>
    <dgm:pt modelId="{B7E7183E-6008-4980-AFD5-7F6CE27B921C}" type="sibTrans" cxnId="{56ADCF10-174B-4E70-8F2E-5AE1B8C6D4CB}">
      <dgm:prSet/>
      <dgm:spPr/>
      <dgm:t>
        <a:bodyPr/>
        <a:lstStyle/>
        <a:p>
          <a:endParaRPr lang="en-US"/>
        </a:p>
      </dgm:t>
    </dgm:pt>
    <dgm:pt modelId="{6A6C01FE-123A-42D8-A317-D6327987200E}">
      <dgm:prSet/>
      <dgm:spPr/>
      <dgm:t>
        <a:bodyPr/>
        <a:lstStyle/>
        <a:p>
          <a:r>
            <a:rPr lang="en-GB"/>
            <a:t>Learn from </a:t>
          </a:r>
          <a:r>
            <a:rPr lang="en-GB" b="1"/>
            <a:t>real-world success &amp; failures</a:t>
          </a:r>
          <a:r>
            <a:rPr lang="en-GB"/>
            <a:t>.</a:t>
          </a:r>
          <a:endParaRPr lang="en-US"/>
        </a:p>
      </dgm:t>
    </dgm:pt>
    <dgm:pt modelId="{0D5DCAF6-488A-467C-934E-C0C96642C393}" type="parTrans" cxnId="{A37243F6-8C72-4531-946F-9C3F2F335D4D}">
      <dgm:prSet/>
      <dgm:spPr/>
      <dgm:t>
        <a:bodyPr/>
        <a:lstStyle/>
        <a:p>
          <a:endParaRPr lang="en-US"/>
        </a:p>
      </dgm:t>
    </dgm:pt>
    <dgm:pt modelId="{EC945011-169F-4333-9088-FB430237E07B}" type="sibTrans" cxnId="{A37243F6-8C72-4531-946F-9C3F2F335D4D}">
      <dgm:prSet/>
      <dgm:spPr/>
      <dgm:t>
        <a:bodyPr/>
        <a:lstStyle/>
        <a:p>
          <a:endParaRPr lang="en-US"/>
        </a:p>
      </dgm:t>
    </dgm:pt>
    <dgm:pt modelId="{9F5A9A7A-860E-4ACE-BE4F-B790776E07FD}">
      <dgm:prSet/>
      <dgm:spPr/>
      <dgm:t>
        <a:bodyPr/>
        <a:lstStyle/>
        <a:p>
          <a:r>
            <a:rPr lang="en-GB"/>
            <a:t>Prepares foundation for this course.</a:t>
          </a:r>
          <a:endParaRPr lang="en-US"/>
        </a:p>
      </dgm:t>
    </dgm:pt>
    <dgm:pt modelId="{46D368E8-F6AC-4C04-9C57-8AEE4718C4DB}" type="parTrans" cxnId="{77C07335-6EC2-4C4F-BA72-E13CD6A37395}">
      <dgm:prSet/>
      <dgm:spPr/>
      <dgm:t>
        <a:bodyPr/>
        <a:lstStyle/>
        <a:p>
          <a:endParaRPr lang="en-US"/>
        </a:p>
      </dgm:t>
    </dgm:pt>
    <dgm:pt modelId="{53E9DE46-E3B0-4888-817E-043C94A6BC01}" type="sibTrans" cxnId="{77C07335-6EC2-4C4F-BA72-E13CD6A37395}">
      <dgm:prSet/>
      <dgm:spPr/>
      <dgm:t>
        <a:bodyPr/>
        <a:lstStyle/>
        <a:p>
          <a:endParaRPr lang="en-US"/>
        </a:p>
      </dgm:t>
    </dgm:pt>
    <dgm:pt modelId="{DEA985AC-68DF-4C3D-8CF4-95482FF7D728}" type="pres">
      <dgm:prSet presAssocID="{4AE4E0FC-D5A3-4D39-BC5F-141F7D061268}" presName="root" presStyleCnt="0">
        <dgm:presLayoutVars>
          <dgm:dir/>
          <dgm:resizeHandles val="exact"/>
        </dgm:presLayoutVars>
      </dgm:prSet>
      <dgm:spPr/>
    </dgm:pt>
    <dgm:pt modelId="{2A8B92A3-8CC2-4508-A4C6-87F558D55DB9}" type="pres">
      <dgm:prSet presAssocID="{46D4BC27-E84D-41F3-9043-E9AA29E67A38}" presName="compNode" presStyleCnt="0"/>
      <dgm:spPr/>
    </dgm:pt>
    <dgm:pt modelId="{FC7185D4-F183-4296-8E58-0B29903DCC4E}" type="pres">
      <dgm:prSet presAssocID="{46D4BC27-E84D-41F3-9043-E9AA29E67A38}" presName="bgRect" presStyleLbl="bgShp" presStyleIdx="0" presStyleCnt="4"/>
      <dgm:spPr/>
    </dgm:pt>
    <dgm:pt modelId="{4A70E1E0-1E21-486B-B48C-21BD18DF8F77}" type="pres">
      <dgm:prSet presAssocID="{46D4BC27-E84D-41F3-9043-E9AA29E67A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A323320-84BE-4854-B24D-9EA78BF60B98}" type="pres">
      <dgm:prSet presAssocID="{46D4BC27-E84D-41F3-9043-E9AA29E67A38}" presName="spaceRect" presStyleCnt="0"/>
      <dgm:spPr/>
    </dgm:pt>
    <dgm:pt modelId="{173F366B-F9F3-4345-9D35-78D5F62E63B7}" type="pres">
      <dgm:prSet presAssocID="{46D4BC27-E84D-41F3-9043-E9AA29E67A38}" presName="parTx" presStyleLbl="revTx" presStyleIdx="0" presStyleCnt="4">
        <dgm:presLayoutVars>
          <dgm:chMax val="0"/>
          <dgm:chPref val="0"/>
        </dgm:presLayoutVars>
      </dgm:prSet>
      <dgm:spPr/>
    </dgm:pt>
    <dgm:pt modelId="{FE191AF8-7052-4B80-88B1-7B7AF9526806}" type="pres">
      <dgm:prSet presAssocID="{00547AC8-E075-449B-BCC2-75A85B12C138}" presName="sibTrans" presStyleCnt="0"/>
      <dgm:spPr/>
    </dgm:pt>
    <dgm:pt modelId="{4CBAC991-7EAE-4C8B-97D5-2ABE97DC594A}" type="pres">
      <dgm:prSet presAssocID="{FC853FD8-66F2-4346-A4DE-2D562A3B24F2}" presName="compNode" presStyleCnt="0"/>
      <dgm:spPr/>
    </dgm:pt>
    <dgm:pt modelId="{B9098AFD-5463-4921-8ECA-1F6043D85CFB}" type="pres">
      <dgm:prSet presAssocID="{FC853FD8-66F2-4346-A4DE-2D562A3B24F2}" presName="bgRect" presStyleLbl="bgShp" presStyleIdx="1" presStyleCnt="4"/>
      <dgm:spPr/>
    </dgm:pt>
    <dgm:pt modelId="{3C97F257-4E63-4D3D-8A8F-61D6490E84CD}" type="pres">
      <dgm:prSet presAssocID="{FC853FD8-66F2-4346-A4DE-2D562A3B24F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FB2A5F1E-83FB-4DFC-A97B-7286215A263C}" type="pres">
      <dgm:prSet presAssocID="{FC853FD8-66F2-4346-A4DE-2D562A3B24F2}" presName="spaceRect" presStyleCnt="0"/>
      <dgm:spPr/>
    </dgm:pt>
    <dgm:pt modelId="{75CC30F1-159B-4FD2-80F9-F5316DE04A71}" type="pres">
      <dgm:prSet presAssocID="{FC853FD8-66F2-4346-A4DE-2D562A3B24F2}" presName="parTx" presStyleLbl="revTx" presStyleIdx="1" presStyleCnt="4">
        <dgm:presLayoutVars>
          <dgm:chMax val="0"/>
          <dgm:chPref val="0"/>
        </dgm:presLayoutVars>
      </dgm:prSet>
      <dgm:spPr/>
    </dgm:pt>
    <dgm:pt modelId="{D5B387DC-AC97-458C-8BC8-47FF78A20EB6}" type="pres">
      <dgm:prSet presAssocID="{B7E7183E-6008-4980-AFD5-7F6CE27B921C}" presName="sibTrans" presStyleCnt="0"/>
      <dgm:spPr/>
    </dgm:pt>
    <dgm:pt modelId="{A92709D7-3813-48C0-90FC-70A86B3C1FDF}" type="pres">
      <dgm:prSet presAssocID="{6A6C01FE-123A-42D8-A317-D6327987200E}" presName="compNode" presStyleCnt="0"/>
      <dgm:spPr/>
    </dgm:pt>
    <dgm:pt modelId="{10E8B8B4-7AC2-4388-9A35-8CB8C8186635}" type="pres">
      <dgm:prSet presAssocID="{6A6C01FE-123A-42D8-A317-D6327987200E}" presName="bgRect" presStyleLbl="bgShp" presStyleIdx="2" presStyleCnt="4"/>
      <dgm:spPr/>
    </dgm:pt>
    <dgm:pt modelId="{336C44FE-C390-40C6-A2AC-99421784DA17}" type="pres">
      <dgm:prSet presAssocID="{6A6C01FE-123A-42D8-A317-D6327987200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works"/>
        </a:ext>
      </dgm:extLst>
    </dgm:pt>
    <dgm:pt modelId="{07799556-050D-47F1-8E27-692307A711F5}" type="pres">
      <dgm:prSet presAssocID="{6A6C01FE-123A-42D8-A317-D6327987200E}" presName="spaceRect" presStyleCnt="0"/>
      <dgm:spPr/>
    </dgm:pt>
    <dgm:pt modelId="{E1CE080D-DBFA-465A-878B-3830B0877163}" type="pres">
      <dgm:prSet presAssocID="{6A6C01FE-123A-42D8-A317-D6327987200E}" presName="parTx" presStyleLbl="revTx" presStyleIdx="2" presStyleCnt="4">
        <dgm:presLayoutVars>
          <dgm:chMax val="0"/>
          <dgm:chPref val="0"/>
        </dgm:presLayoutVars>
      </dgm:prSet>
      <dgm:spPr/>
    </dgm:pt>
    <dgm:pt modelId="{984FB3AF-426D-466B-AFA9-76EF25110D38}" type="pres">
      <dgm:prSet presAssocID="{EC945011-169F-4333-9088-FB430237E07B}" presName="sibTrans" presStyleCnt="0"/>
      <dgm:spPr/>
    </dgm:pt>
    <dgm:pt modelId="{6DC1EDBD-6FBC-4787-AEFD-088CDF1F9AD9}" type="pres">
      <dgm:prSet presAssocID="{9F5A9A7A-860E-4ACE-BE4F-B790776E07FD}" presName="compNode" presStyleCnt="0"/>
      <dgm:spPr/>
    </dgm:pt>
    <dgm:pt modelId="{224DB663-0562-40CE-8587-EED6F833C7FB}" type="pres">
      <dgm:prSet presAssocID="{9F5A9A7A-860E-4ACE-BE4F-B790776E07FD}" presName="bgRect" presStyleLbl="bgShp" presStyleIdx="3" presStyleCnt="4"/>
      <dgm:spPr/>
    </dgm:pt>
    <dgm:pt modelId="{1D194D12-EF4E-444F-B2C3-6128D71D6FD3}" type="pres">
      <dgm:prSet presAssocID="{9F5A9A7A-860E-4ACE-BE4F-B790776E07F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D0FFA200-65A4-4FEB-B3E3-7FCBAAD96F8B}" type="pres">
      <dgm:prSet presAssocID="{9F5A9A7A-860E-4ACE-BE4F-B790776E07FD}" presName="spaceRect" presStyleCnt="0"/>
      <dgm:spPr/>
    </dgm:pt>
    <dgm:pt modelId="{9BC3E7FD-6612-4985-94FC-EBF87693226F}" type="pres">
      <dgm:prSet presAssocID="{9F5A9A7A-860E-4ACE-BE4F-B790776E07F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30CC110-1DC0-4F73-9CE9-CA80BAE14331}" type="presOf" srcId="{46D4BC27-E84D-41F3-9043-E9AA29E67A38}" destId="{173F366B-F9F3-4345-9D35-78D5F62E63B7}" srcOrd="0" destOrd="0" presId="urn:microsoft.com/office/officeart/2018/2/layout/IconVerticalSolidList"/>
    <dgm:cxn modelId="{56ADCF10-174B-4E70-8F2E-5AE1B8C6D4CB}" srcId="{4AE4E0FC-D5A3-4D39-BC5F-141F7D061268}" destId="{FC853FD8-66F2-4346-A4DE-2D562A3B24F2}" srcOrd="1" destOrd="0" parTransId="{2F9A6EE8-E385-4A03-84CA-66694500EF5E}" sibTransId="{B7E7183E-6008-4980-AFD5-7F6CE27B921C}"/>
    <dgm:cxn modelId="{73E3962E-ABE9-4451-99B1-602DF3DAE13C}" type="presOf" srcId="{9F5A9A7A-860E-4ACE-BE4F-B790776E07FD}" destId="{9BC3E7FD-6612-4985-94FC-EBF87693226F}" srcOrd="0" destOrd="0" presId="urn:microsoft.com/office/officeart/2018/2/layout/IconVerticalSolidList"/>
    <dgm:cxn modelId="{77C07335-6EC2-4C4F-BA72-E13CD6A37395}" srcId="{4AE4E0FC-D5A3-4D39-BC5F-141F7D061268}" destId="{9F5A9A7A-860E-4ACE-BE4F-B790776E07FD}" srcOrd="3" destOrd="0" parTransId="{46D368E8-F6AC-4C04-9C57-8AEE4718C4DB}" sibTransId="{53E9DE46-E3B0-4888-817E-043C94A6BC01}"/>
    <dgm:cxn modelId="{17931548-D0D9-412F-B6AA-6615887D7146}" type="presOf" srcId="{FC853FD8-66F2-4346-A4DE-2D562A3B24F2}" destId="{75CC30F1-159B-4FD2-80F9-F5316DE04A71}" srcOrd="0" destOrd="0" presId="urn:microsoft.com/office/officeart/2018/2/layout/IconVerticalSolidList"/>
    <dgm:cxn modelId="{9A234583-4858-40FE-9AF3-670314379C20}" srcId="{4AE4E0FC-D5A3-4D39-BC5F-141F7D061268}" destId="{46D4BC27-E84D-41F3-9043-E9AA29E67A38}" srcOrd="0" destOrd="0" parTransId="{C609348D-354E-4B3C-A5E9-6A444858E3D2}" sibTransId="{00547AC8-E075-449B-BCC2-75A85B12C138}"/>
    <dgm:cxn modelId="{92D40485-5D2C-4385-AC12-14BD33099B4A}" type="presOf" srcId="{4AE4E0FC-D5A3-4D39-BC5F-141F7D061268}" destId="{DEA985AC-68DF-4C3D-8CF4-95482FF7D728}" srcOrd="0" destOrd="0" presId="urn:microsoft.com/office/officeart/2018/2/layout/IconVerticalSolidList"/>
    <dgm:cxn modelId="{DCA5FACF-A5B5-4CF3-A83C-5E002168D95A}" type="presOf" srcId="{6A6C01FE-123A-42D8-A317-D6327987200E}" destId="{E1CE080D-DBFA-465A-878B-3830B0877163}" srcOrd="0" destOrd="0" presId="urn:microsoft.com/office/officeart/2018/2/layout/IconVerticalSolidList"/>
    <dgm:cxn modelId="{A37243F6-8C72-4531-946F-9C3F2F335D4D}" srcId="{4AE4E0FC-D5A3-4D39-BC5F-141F7D061268}" destId="{6A6C01FE-123A-42D8-A317-D6327987200E}" srcOrd="2" destOrd="0" parTransId="{0D5DCAF6-488A-467C-934E-C0C96642C393}" sibTransId="{EC945011-169F-4333-9088-FB430237E07B}"/>
    <dgm:cxn modelId="{67A3CC19-C0AB-4C4E-85D4-5B4389964224}" type="presParOf" srcId="{DEA985AC-68DF-4C3D-8CF4-95482FF7D728}" destId="{2A8B92A3-8CC2-4508-A4C6-87F558D55DB9}" srcOrd="0" destOrd="0" presId="urn:microsoft.com/office/officeart/2018/2/layout/IconVerticalSolidList"/>
    <dgm:cxn modelId="{426CFFBB-9476-4887-8DE2-D8B1ABEA5231}" type="presParOf" srcId="{2A8B92A3-8CC2-4508-A4C6-87F558D55DB9}" destId="{FC7185D4-F183-4296-8E58-0B29903DCC4E}" srcOrd="0" destOrd="0" presId="urn:microsoft.com/office/officeart/2018/2/layout/IconVerticalSolidList"/>
    <dgm:cxn modelId="{45EAACEB-2A0A-4F61-AA10-D9E3DA655D9B}" type="presParOf" srcId="{2A8B92A3-8CC2-4508-A4C6-87F558D55DB9}" destId="{4A70E1E0-1E21-486B-B48C-21BD18DF8F77}" srcOrd="1" destOrd="0" presId="urn:microsoft.com/office/officeart/2018/2/layout/IconVerticalSolidList"/>
    <dgm:cxn modelId="{29072752-BC6C-4087-A532-D0E6F8EEC058}" type="presParOf" srcId="{2A8B92A3-8CC2-4508-A4C6-87F558D55DB9}" destId="{FA323320-84BE-4854-B24D-9EA78BF60B98}" srcOrd="2" destOrd="0" presId="urn:microsoft.com/office/officeart/2018/2/layout/IconVerticalSolidList"/>
    <dgm:cxn modelId="{D29BE2BE-9BA2-4568-986C-051A2AFABFCD}" type="presParOf" srcId="{2A8B92A3-8CC2-4508-A4C6-87F558D55DB9}" destId="{173F366B-F9F3-4345-9D35-78D5F62E63B7}" srcOrd="3" destOrd="0" presId="urn:microsoft.com/office/officeart/2018/2/layout/IconVerticalSolidList"/>
    <dgm:cxn modelId="{7F3F1AEE-31C7-48C6-A1A1-ED3070FF28F5}" type="presParOf" srcId="{DEA985AC-68DF-4C3D-8CF4-95482FF7D728}" destId="{FE191AF8-7052-4B80-88B1-7B7AF9526806}" srcOrd="1" destOrd="0" presId="urn:microsoft.com/office/officeart/2018/2/layout/IconVerticalSolidList"/>
    <dgm:cxn modelId="{0D43EDB6-2ACB-4985-BF9D-72EE4257D3BB}" type="presParOf" srcId="{DEA985AC-68DF-4C3D-8CF4-95482FF7D728}" destId="{4CBAC991-7EAE-4C8B-97D5-2ABE97DC594A}" srcOrd="2" destOrd="0" presId="urn:microsoft.com/office/officeart/2018/2/layout/IconVerticalSolidList"/>
    <dgm:cxn modelId="{D8FC8D54-5AED-49A4-8DD0-E7A56080BDFD}" type="presParOf" srcId="{4CBAC991-7EAE-4C8B-97D5-2ABE97DC594A}" destId="{B9098AFD-5463-4921-8ECA-1F6043D85CFB}" srcOrd="0" destOrd="0" presId="urn:microsoft.com/office/officeart/2018/2/layout/IconVerticalSolidList"/>
    <dgm:cxn modelId="{39C860A8-782C-4FFB-84C6-5761D3025B55}" type="presParOf" srcId="{4CBAC991-7EAE-4C8B-97D5-2ABE97DC594A}" destId="{3C97F257-4E63-4D3D-8A8F-61D6490E84CD}" srcOrd="1" destOrd="0" presId="urn:microsoft.com/office/officeart/2018/2/layout/IconVerticalSolidList"/>
    <dgm:cxn modelId="{8ECE7EFF-22B3-4E0A-9C39-E4D35EFA6CAA}" type="presParOf" srcId="{4CBAC991-7EAE-4C8B-97D5-2ABE97DC594A}" destId="{FB2A5F1E-83FB-4DFC-A97B-7286215A263C}" srcOrd="2" destOrd="0" presId="urn:microsoft.com/office/officeart/2018/2/layout/IconVerticalSolidList"/>
    <dgm:cxn modelId="{FBCC957E-B159-4DD7-BBAA-5BF7841C92D0}" type="presParOf" srcId="{4CBAC991-7EAE-4C8B-97D5-2ABE97DC594A}" destId="{75CC30F1-159B-4FD2-80F9-F5316DE04A71}" srcOrd="3" destOrd="0" presId="urn:microsoft.com/office/officeart/2018/2/layout/IconVerticalSolidList"/>
    <dgm:cxn modelId="{93D51E83-400B-4B6E-AAD0-6DF00F958963}" type="presParOf" srcId="{DEA985AC-68DF-4C3D-8CF4-95482FF7D728}" destId="{D5B387DC-AC97-458C-8BC8-47FF78A20EB6}" srcOrd="3" destOrd="0" presId="urn:microsoft.com/office/officeart/2018/2/layout/IconVerticalSolidList"/>
    <dgm:cxn modelId="{05AE3DF1-ACAC-4708-8856-4D3C0D1767C7}" type="presParOf" srcId="{DEA985AC-68DF-4C3D-8CF4-95482FF7D728}" destId="{A92709D7-3813-48C0-90FC-70A86B3C1FDF}" srcOrd="4" destOrd="0" presId="urn:microsoft.com/office/officeart/2018/2/layout/IconVerticalSolidList"/>
    <dgm:cxn modelId="{6B68D907-CD4F-4988-837A-1F8F9CB2476C}" type="presParOf" srcId="{A92709D7-3813-48C0-90FC-70A86B3C1FDF}" destId="{10E8B8B4-7AC2-4388-9A35-8CB8C8186635}" srcOrd="0" destOrd="0" presId="urn:microsoft.com/office/officeart/2018/2/layout/IconVerticalSolidList"/>
    <dgm:cxn modelId="{D53C3754-BF4F-4C82-B387-168D8F6D38BE}" type="presParOf" srcId="{A92709D7-3813-48C0-90FC-70A86B3C1FDF}" destId="{336C44FE-C390-40C6-A2AC-99421784DA17}" srcOrd="1" destOrd="0" presId="urn:microsoft.com/office/officeart/2018/2/layout/IconVerticalSolidList"/>
    <dgm:cxn modelId="{90574DD7-3088-4F2C-BE79-35BBB4F6C714}" type="presParOf" srcId="{A92709D7-3813-48C0-90FC-70A86B3C1FDF}" destId="{07799556-050D-47F1-8E27-692307A711F5}" srcOrd="2" destOrd="0" presId="urn:microsoft.com/office/officeart/2018/2/layout/IconVerticalSolidList"/>
    <dgm:cxn modelId="{5B7E8177-C6BB-4EF1-B67F-76E3756664F2}" type="presParOf" srcId="{A92709D7-3813-48C0-90FC-70A86B3C1FDF}" destId="{E1CE080D-DBFA-465A-878B-3830B0877163}" srcOrd="3" destOrd="0" presId="urn:microsoft.com/office/officeart/2018/2/layout/IconVerticalSolidList"/>
    <dgm:cxn modelId="{E620999A-5AAD-41B4-BBD2-921C410A63F3}" type="presParOf" srcId="{DEA985AC-68DF-4C3D-8CF4-95482FF7D728}" destId="{984FB3AF-426D-466B-AFA9-76EF25110D38}" srcOrd="5" destOrd="0" presId="urn:microsoft.com/office/officeart/2018/2/layout/IconVerticalSolidList"/>
    <dgm:cxn modelId="{89B242B1-A003-47D0-AEC4-BA45B6C05465}" type="presParOf" srcId="{DEA985AC-68DF-4C3D-8CF4-95482FF7D728}" destId="{6DC1EDBD-6FBC-4787-AEFD-088CDF1F9AD9}" srcOrd="6" destOrd="0" presId="urn:microsoft.com/office/officeart/2018/2/layout/IconVerticalSolidList"/>
    <dgm:cxn modelId="{61847978-7AE6-40C4-8641-341007176074}" type="presParOf" srcId="{6DC1EDBD-6FBC-4787-AEFD-088CDF1F9AD9}" destId="{224DB663-0562-40CE-8587-EED6F833C7FB}" srcOrd="0" destOrd="0" presId="urn:microsoft.com/office/officeart/2018/2/layout/IconVerticalSolidList"/>
    <dgm:cxn modelId="{15518814-BFD3-46C3-ABCC-53F73837DC47}" type="presParOf" srcId="{6DC1EDBD-6FBC-4787-AEFD-088CDF1F9AD9}" destId="{1D194D12-EF4E-444F-B2C3-6128D71D6FD3}" srcOrd="1" destOrd="0" presId="urn:microsoft.com/office/officeart/2018/2/layout/IconVerticalSolidList"/>
    <dgm:cxn modelId="{7E96F5F3-BCC2-484B-AD03-3C130F9634FC}" type="presParOf" srcId="{6DC1EDBD-6FBC-4787-AEFD-088CDF1F9AD9}" destId="{D0FFA200-65A4-4FEB-B3E3-7FCBAAD96F8B}" srcOrd="2" destOrd="0" presId="urn:microsoft.com/office/officeart/2018/2/layout/IconVerticalSolidList"/>
    <dgm:cxn modelId="{93944FDC-6068-49FB-9DAB-5A48F4FA693E}" type="presParOf" srcId="{6DC1EDBD-6FBC-4787-AEFD-088CDF1F9AD9}" destId="{9BC3E7FD-6612-4985-94FC-EBF8769322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03661-ACB4-AA47-A9A2-1DE3FABB3AF0}">
      <dsp:nvSpPr>
        <dsp:cNvPr id="0" name=""/>
        <dsp:cNvSpPr/>
      </dsp:nvSpPr>
      <dsp:spPr>
        <a:xfrm>
          <a:off x="12585" y="838561"/>
          <a:ext cx="2766603" cy="829981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480" tIns="102480" rIns="102480" bIns="1024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Explain</a:t>
          </a:r>
        </a:p>
      </dsp:txBody>
      <dsp:txXfrm>
        <a:off x="261579" y="838561"/>
        <a:ext cx="2268615" cy="829981"/>
      </dsp:txXfrm>
    </dsp:sp>
    <dsp:sp modelId="{246983B8-ED61-714C-A067-B15C5743278D}">
      <dsp:nvSpPr>
        <dsp:cNvPr id="0" name=""/>
        <dsp:cNvSpPr/>
      </dsp:nvSpPr>
      <dsp:spPr>
        <a:xfrm>
          <a:off x="12585" y="1668542"/>
          <a:ext cx="2517609" cy="168570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947" tIns="198947" rIns="198947" bIns="39789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Explain Web Engineering vs Web Development.</a:t>
          </a:r>
        </a:p>
      </dsp:txBody>
      <dsp:txXfrm>
        <a:off x="12585" y="1668542"/>
        <a:ext cx="2517609" cy="1685701"/>
      </dsp:txXfrm>
    </dsp:sp>
    <dsp:sp modelId="{10334A76-08F0-D24C-94B8-04ECEE35B01E}">
      <dsp:nvSpPr>
        <dsp:cNvPr id="0" name=""/>
        <dsp:cNvSpPr/>
      </dsp:nvSpPr>
      <dsp:spPr>
        <a:xfrm>
          <a:off x="2724603" y="838561"/>
          <a:ext cx="2766603" cy="829981"/>
        </a:xfrm>
        <a:prstGeom prst="chevron">
          <a:avLst>
            <a:gd name="adj" fmla="val 3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480" tIns="102480" rIns="102480" bIns="1024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Identify</a:t>
          </a:r>
        </a:p>
      </dsp:txBody>
      <dsp:txXfrm>
        <a:off x="2973597" y="838561"/>
        <a:ext cx="2268615" cy="829981"/>
      </dsp:txXfrm>
    </dsp:sp>
    <dsp:sp modelId="{42A87C11-AC4C-4341-B0C6-38B5B4F20A25}">
      <dsp:nvSpPr>
        <dsp:cNvPr id="0" name=""/>
        <dsp:cNvSpPr/>
      </dsp:nvSpPr>
      <dsp:spPr>
        <a:xfrm>
          <a:off x="2724603" y="1668542"/>
          <a:ext cx="2517609" cy="1685701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947" tIns="198947" rIns="198947" bIns="39789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Identify key challenges in web apps.</a:t>
          </a:r>
        </a:p>
      </dsp:txBody>
      <dsp:txXfrm>
        <a:off x="2724603" y="1668542"/>
        <a:ext cx="2517609" cy="1685701"/>
      </dsp:txXfrm>
    </dsp:sp>
    <dsp:sp modelId="{7708F667-774B-2F44-AFCF-6B37468430E9}">
      <dsp:nvSpPr>
        <dsp:cNvPr id="0" name=""/>
        <dsp:cNvSpPr/>
      </dsp:nvSpPr>
      <dsp:spPr>
        <a:xfrm>
          <a:off x="5436621" y="838561"/>
          <a:ext cx="2766603" cy="829981"/>
        </a:xfrm>
        <a:prstGeom prst="chevron">
          <a:avLst>
            <a:gd name="adj" fmla="val 3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480" tIns="102480" rIns="102480" bIns="1024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Analyze</a:t>
          </a:r>
        </a:p>
      </dsp:txBody>
      <dsp:txXfrm>
        <a:off x="5685615" y="838561"/>
        <a:ext cx="2268615" cy="829981"/>
      </dsp:txXfrm>
    </dsp:sp>
    <dsp:sp modelId="{2B95FA4D-BAF1-AF4C-8DBE-2993BB374D32}">
      <dsp:nvSpPr>
        <dsp:cNvPr id="0" name=""/>
        <dsp:cNvSpPr/>
      </dsp:nvSpPr>
      <dsp:spPr>
        <a:xfrm>
          <a:off x="5436621" y="1668542"/>
          <a:ext cx="2517609" cy="1685701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947" tIns="198947" rIns="198947" bIns="39789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Analyze real-world success &amp; failure examples.</a:t>
          </a:r>
        </a:p>
      </dsp:txBody>
      <dsp:txXfrm>
        <a:off x="5436621" y="1668542"/>
        <a:ext cx="2517609" cy="1685701"/>
      </dsp:txXfrm>
    </dsp:sp>
    <dsp:sp modelId="{28D9F585-28A8-7A4E-B891-2722AB0970AA}">
      <dsp:nvSpPr>
        <dsp:cNvPr id="0" name=""/>
        <dsp:cNvSpPr/>
      </dsp:nvSpPr>
      <dsp:spPr>
        <a:xfrm>
          <a:off x="8148639" y="838561"/>
          <a:ext cx="2766603" cy="829981"/>
        </a:xfrm>
        <a:prstGeom prst="chevron">
          <a:avLst>
            <a:gd name="adj" fmla="val 3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480" tIns="102480" rIns="102480" bIns="1024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Recognize</a:t>
          </a:r>
        </a:p>
      </dsp:txBody>
      <dsp:txXfrm>
        <a:off x="8397633" y="838561"/>
        <a:ext cx="2268615" cy="829981"/>
      </dsp:txXfrm>
    </dsp:sp>
    <dsp:sp modelId="{AE8ED69D-B1D4-514E-ABC6-12720A67D0C0}">
      <dsp:nvSpPr>
        <dsp:cNvPr id="0" name=""/>
        <dsp:cNvSpPr/>
      </dsp:nvSpPr>
      <dsp:spPr>
        <a:xfrm>
          <a:off x="8148639" y="1668542"/>
          <a:ext cx="2517609" cy="1685701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947" tIns="198947" rIns="198947" bIns="39789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Recognize key domains in Web Engineering.</a:t>
          </a:r>
        </a:p>
      </dsp:txBody>
      <dsp:txXfrm>
        <a:off x="8148639" y="1668542"/>
        <a:ext cx="2517609" cy="16857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86C1E5-83C2-47BF-8A0F-2250F0459F79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939CB-6235-4311-AE85-AFCE6167A570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C6EE3-008F-4D00-9ED5-70821244E878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The study of the process used to create high quality Web-based applications.</a:t>
          </a:r>
          <a:endParaRPr lang="en-US" sz="2300" kern="1200"/>
        </a:p>
      </dsp:txBody>
      <dsp:txXfrm>
        <a:off x="1939533" y="717"/>
        <a:ext cx="4362067" cy="1679249"/>
      </dsp:txXfrm>
    </dsp:sp>
    <dsp:sp modelId="{31EDE559-3444-4B4A-8C0E-13DC2888A9E9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D9998-3AD7-4A39-808A-99466C274BF4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2F64B-CEDE-4C75-AC7D-973E7F57AF29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Systematic, disciplined, quantifiable approach to web app development &amp; maintenance.</a:t>
          </a:r>
          <a:endParaRPr lang="en-US" sz="2300" kern="1200"/>
        </a:p>
      </dsp:txBody>
      <dsp:txXfrm>
        <a:off x="1939533" y="2099779"/>
        <a:ext cx="4362067" cy="1679249"/>
      </dsp:txXfrm>
    </dsp:sp>
    <dsp:sp modelId="{00A5FB72-A2D6-40EF-887E-1FE043417DAB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469C9-5264-4E7B-980E-977C6A3EA5FA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A9320-C603-479C-86CA-7CFFE2278F0C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Based on Software Engineering principles.</a:t>
          </a:r>
          <a:endParaRPr lang="en-US" sz="2300" kern="1200" dirty="0"/>
        </a:p>
      </dsp:txBody>
      <dsp:txXfrm>
        <a:off x="1939533" y="4198841"/>
        <a:ext cx="4362067" cy="16792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4AFDF-EFB7-46C2-BD9D-BA937AC595B6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D4401-C650-4167-BF39-2EB28DA0F4BA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E462C-138D-4ECE-8CD2-4087B21DBE38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kern="1200" dirty="0"/>
            <a:t>Complexity : Large, multi-functional </a:t>
          </a:r>
          <a:endParaRPr lang="en-US" sz="2200" kern="1200" dirty="0"/>
        </a:p>
      </dsp:txBody>
      <dsp:txXfrm>
        <a:off x="1428292" y="2439"/>
        <a:ext cx="4873308" cy="1236616"/>
      </dsp:txXfrm>
    </dsp:sp>
    <dsp:sp modelId="{8306640F-81E8-4BE9-AF72-286701D5B050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13753-9FB6-4FAC-A665-EFFE391BC5AD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A7F08-F483-431C-B503-6FC5F0620A61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kern="1200" dirty="0"/>
            <a:t>Scalability: must handle millions of users</a:t>
          </a:r>
          <a:endParaRPr lang="en-US" sz="2200" kern="1200" dirty="0"/>
        </a:p>
      </dsp:txBody>
      <dsp:txXfrm>
        <a:off x="1428292" y="1548210"/>
        <a:ext cx="4873308" cy="1236616"/>
      </dsp:txXfrm>
    </dsp:sp>
    <dsp:sp modelId="{8B81150A-CBA2-4C17-86A6-E943D016274E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52CF3-EE1B-41E0-8AD4-26F1F80482BF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24DB8-7D1E-4F3F-92A4-2453C02B63E9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kern="1200" dirty="0"/>
            <a:t>Security: protect sensitive data.</a:t>
          </a:r>
          <a:endParaRPr lang="en-US" sz="2200" kern="1200" dirty="0"/>
        </a:p>
      </dsp:txBody>
      <dsp:txXfrm>
        <a:off x="1428292" y="3093981"/>
        <a:ext cx="4873308" cy="1236616"/>
      </dsp:txXfrm>
    </dsp:sp>
    <dsp:sp modelId="{FE9834CE-CDF8-4CF4-B1BB-7ED382072DFA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4DC5C-90A3-4DE3-A83B-94FB92350BE5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C3DCC-EF1C-46E6-8BEE-FA2BDBE95C61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kern="1200" dirty="0"/>
            <a:t>Maintainability: frequent updates and bug fixes.</a:t>
          </a:r>
          <a:endParaRPr lang="en-US" sz="2200" kern="1200" dirty="0"/>
        </a:p>
      </dsp:txBody>
      <dsp:txXfrm>
        <a:off x="1428292" y="4639752"/>
        <a:ext cx="4873308" cy="1236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34B87-A702-F941-9923-2923DBE8E96F}">
      <dsp:nvSpPr>
        <dsp:cNvPr id="0" name=""/>
        <dsp:cNvSpPr/>
      </dsp:nvSpPr>
      <dsp:spPr>
        <a:xfrm>
          <a:off x="0" y="717"/>
          <a:ext cx="63016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CB664-C5EE-5440-866C-21030C2FBC37}">
      <dsp:nvSpPr>
        <dsp:cNvPr id="0" name=""/>
        <dsp:cNvSpPr/>
      </dsp:nvSpPr>
      <dsp:spPr>
        <a:xfrm>
          <a:off x="0" y="717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Rapidly changing technology </a:t>
          </a:r>
          <a:endParaRPr lang="en-US" sz="3300" kern="1200" dirty="0"/>
        </a:p>
      </dsp:txBody>
      <dsp:txXfrm>
        <a:off x="0" y="717"/>
        <a:ext cx="6301601" cy="1175474"/>
      </dsp:txXfrm>
    </dsp:sp>
    <dsp:sp modelId="{6F4F55F7-5ABD-DB47-80C5-BB65A667DE0A}">
      <dsp:nvSpPr>
        <dsp:cNvPr id="0" name=""/>
        <dsp:cNvSpPr/>
      </dsp:nvSpPr>
      <dsp:spPr>
        <a:xfrm>
          <a:off x="0" y="1176192"/>
          <a:ext cx="6301601" cy="0"/>
        </a:xfrm>
        <a:prstGeom prst="line">
          <a:avLst/>
        </a:prstGeom>
        <a:solidFill>
          <a:schemeClr val="accent4">
            <a:hueOff val="1649984"/>
            <a:satOff val="-7300"/>
            <a:lumOff val="-1226"/>
            <a:alphaOff val="0"/>
          </a:schemeClr>
        </a:solidFill>
        <a:ln w="19050" cap="flat" cmpd="sng" algn="ctr">
          <a:solidFill>
            <a:schemeClr val="accent4">
              <a:hueOff val="1649984"/>
              <a:satOff val="-7300"/>
              <a:lumOff val="-12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7F038-9D27-7240-84DA-6EE88B51C9EF}">
      <dsp:nvSpPr>
        <dsp:cNvPr id="0" name=""/>
        <dsp:cNvSpPr/>
      </dsp:nvSpPr>
      <dsp:spPr>
        <a:xfrm>
          <a:off x="0" y="1176192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Cross-platform and device compatibility</a:t>
          </a:r>
          <a:endParaRPr lang="en-US" sz="3300" kern="1200" dirty="0"/>
        </a:p>
      </dsp:txBody>
      <dsp:txXfrm>
        <a:off x="0" y="1176192"/>
        <a:ext cx="6301601" cy="1175474"/>
      </dsp:txXfrm>
    </dsp:sp>
    <dsp:sp modelId="{FA3AA075-D571-C94A-BAF9-8561E11570B8}">
      <dsp:nvSpPr>
        <dsp:cNvPr id="0" name=""/>
        <dsp:cNvSpPr/>
      </dsp:nvSpPr>
      <dsp:spPr>
        <a:xfrm>
          <a:off x="0" y="2351667"/>
          <a:ext cx="6301601" cy="0"/>
        </a:xfrm>
        <a:prstGeom prst="line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CA364-67D9-4E44-8EA3-E3134ABFA41E}">
      <dsp:nvSpPr>
        <dsp:cNvPr id="0" name=""/>
        <dsp:cNvSpPr/>
      </dsp:nvSpPr>
      <dsp:spPr>
        <a:xfrm>
          <a:off x="0" y="2351667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Performance under high traffic</a:t>
          </a:r>
          <a:endParaRPr lang="en-US" sz="3300" kern="1200" dirty="0"/>
        </a:p>
      </dsp:txBody>
      <dsp:txXfrm>
        <a:off x="0" y="2351667"/>
        <a:ext cx="6301601" cy="1175474"/>
      </dsp:txXfrm>
    </dsp:sp>
    <dsp:sp modelId="{2DFE5538-0D16-F442-BEA1-25663C99E879}">
      <dsp:nvSpPr>
        <dsp:cNvPr id="0" name=""/>
        <dsp:cNvSpPr/>
      </dsp:nvSpPr>
      <dsp:spPr>
        <a:xfrm>
          <a:off x="0" y="3527141"/>
          <a:ext cx="6301601" cy="0"/>
        </a:xfrm>
        <a:prstGeom prst="line">
          <a:avLst/>
        </a:prstGeom>
        <a:solidFill>
          <a:schemeClr val="accent4">
            <a:hueOff val="4949952"/>
            <a:satOff val="-21901"/>
            <a:lumOff val="-3677"/>
            <a:alphaOff val="0"/>
          </a:schemeClr>
        </a:solidFill>
        <a:ln w="19050" cap="flat" cmpd="sng" algn="ctr">
          <a:solidFill>
            <a:schemeClr val="accent4">
              <a:hueOff val="4949952"/>
              <a:satOff val="-21901"/>
              <a:lumOff val="-3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D25D6-1FA5-4049-81CB-6ABA6B6D7DB4}">
      <dsp:nvSpPr>
        <dsp:cNvPr id="0" name=""/>
        <dsp:cNvSpPr/>
      </dsp:nvSpPr>
      <dsp:spPr>
        <a:xfrm>
          <a:off x="0" y="3527141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Security threats and vulnerabilities</a:t>
          </a:r>
          <a:endParaRPr lang="en-US" sz="3300" kern="1200" dirty="0"/>
        </a:p>
      </dsp:txBody>
      <dsp:txXfrm>
        <a:off x="0" y="3527141"/>
        <a:ext cx="6301601" cy="1175474"/>
      </dsp:txXfrm>
    </dsp:sp>
    <dsp:sp modelId="{8147F5E0-3A8F-9F47-9CD8-AEA8C68C7B55}">
      <dsp:nvSpPr>
        <dsp:cNvPr id="0" name=""/>
        <dsp:cNvSpPr/>
      </dsp:nvSpPr>
      <dsp:spPr>
        <a:xfrm>
          <a:off x="0" y="4702616"/>
          <a:ext cx="6301601" cy="0"/>
        </a:xfrm>
        <a:prstGeom prst="line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76B77-68C5-0145-8A7B-438F8ECE1E59}">
      <dsp:nvSpPr>
        <dsp:cNvPr id="0" name=""/>
        <dsp:cNvSpPr/>
      </dsp:nvSpPr>
      <dsp:spPr>
        <a:xfrm>
          <a:off x="0" y="4702616"/>
          <a:ext cx="63016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Continuous updates and evolving user expectations</a:t>
          </a:r>
          <a:endParaRPr lang="en-US" sz="3300" kern="1200" dirty="0"/>
        </a:p>
      </dsp:txBody>
      <dsp:txXfrm>
        <a:off x="0" y="4702616"/>
        <a:ext cx="6301601" cy="11754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EA5B5F-2B31-4945-A475-FD2EF1012F9D}">
      <dsp:nvSpPr>
        <dsp:cNvPr id="0" name=""/>
        <dsp:cNvSpPr/>
      </dsp:nvSpPr>
      <dsp:spPr>
        <a:xfrm>
          <a:off x="0" y="80104"/>
          <a:ext cx="6301601" cy="8845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600" kern="1200"/>
            <a:t>Success Stories</a:t>
          </a:r>
          <a:endParaRPr lang="en-US" sz="3600" kern="1200"/>
        </a:p>
      </dsp:txBody>
      <dsp:txXfrm>
        <a:off x="43179" y="123283"/>
        <a:ext cx="6215243" cy="798162"/>
      </dsp:txXfrm>
    </dsp:sp>
    <dsp:sp modelId="{ADFC4C67-71AB-934E-ACC6-8FFA42F7FFB1}">
      <dsp:nvSpPr>
        <dsp:cNvPr id="0" name=""/>
        <dsp:cNvSpPr/>
      </dsp:nvSpPr>
      <dsp:spPr>
        <a:xfrm>
          <a:off x="0" y="964624"/>
          <a:ext cx="6301601" cy="268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076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2800" kern="1200" dirty="0"/>
            <a:t>Gmail: relaible, scalable, constantly updated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2800" kern="1200" dirty="0"/>
            <a:t>Youtube: handles massic video traffic efficiently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2800" kern="1200" dirty="0"/>
            <a:t>Airbnb: secure, user-friendly and scalable</a:t>
          </a:r>
          <a:endParaRPr lang="en-US" sz="2800" kern="1200" dirty="0"/>
        </a:p>
      </dsp:txBody>
      <dsp:txXfrm>
        <a:off x="0" y="964624"/>
        <a:ext cx="6301601" cy="2682720"/>
      </dsp:txXfrm>
    </dsp:sp>
    <dsp:sp modelId="{A4B09B24-5BB9-A54B-AE51-1C939034C444}">
      <dsp:nvSpPr>
        <dsp:cNvPr id="0" name=""/>
        <dsp:cNvSpPr/>
      </dsp:nvSpPr>
      <dsp:spPr>
        <a:xfrm>
          <a:off x="0" y="3647344"/>
          <a:ext cx="6301601" cy="884520"/>
        </a:xfrm>
        <a:prstGeom prst="round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600" kern="1200"/>
            <a:t>Failure Case</a:t>
          </a:r>
          <a:endParaRPr lang="en-US" sz="3600" kern="1200"/>
        </a:p>
      </dsp:txBody>
      <dsp:txXfrm>
        <a:off x="43179" y="3690523"/>
        <a:ext cx="6215243" cy="798162"/>
      </dsp:txXfrm>
    </dsp:sp>
    <dsp:sp modelId="{3121DB4E-C265-E84C-BC00-844A845AC41E}">
      <dsp:nvSpPr>
        <dsp:cNvPr id="0" name=""/>
        <dsp:cNvSpPr/>
      </dsp:nvSpPr>
      <dsp:spPr>
        <a:xfrm>
          <a:off x="0" y="4531864"/>
          <a:ext cx="6301601" cy="126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076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2800" kern="1200" dirty="0"/>
            <a:t>Healthcare.gov (2013): poor planning, lack of load testing, weak coordination  </a:t>
          </a:r>
          <a:endParaRPr lang="en-US" sz="2800" kern="1200" dirty="0"/>
        </a:p>
      </dsp:txBody>
      <dsp:txXfrm>
        <a:off x="0" y="4531864"/>
        <a:ext cx="6301601" cy="12668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3814B-E9F9-9C45-AD30-E8C9759B942F}">
      <dsp:nvSpPr>
        <dsp:cNvPr id="0" name=""/>
        <dsp:cNvSpPr/>
      </dsp:nvSpPr>
      <dsp:spPr>
        <a:xfrm>
          <a:off x="0" y="60284"/>
          <a:ext cx="6253721" cy="5896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400" kern="1200" dirty="0"/>
            <a:t>Frontend Development</a:t>
          </a:r>
          <a:endParaRPr lang="en-US" sz="2400" kern="1200" dirty="0"/>
        </a:p>
      </dsp:txBody>
      <dsp:txXfrm>
        <a:off x="28786" y="89070"/>
        <a:ext cx="6196149" cy="532107"/>
      </dsp:txXfrm>
    </dsp:sp>
    <dsp:sp modelId="{BBFFCE8B-E569-C641-B1C4-8CADD9A63683}">
      <dsp:nvSpPr>
        <dsp:cNvPr id="0" name=""/>
        <dsp:cNvSpPr/>
      </dsp:nvSpPr>
      <dsp:spPr>
        <a:xfrm>
          <a:off x="0" y="649964"/>
          <a:ext cx="6253721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900" kern="1200" dirty="0"/>
            <a:t>UI/UX, HTML, CSS, JS</a:t>
          </a:r>
        </a:p>
      </dsp:txBody>
      <dsp:txXfrm>
        <a:off x="0" y="649964"/>
        <a:ext cx="6253721" cy="397440"/>
      </dsp:txXfrm>
    </dsp:sp>
    <dsp:sp modelId="{163FEFFA-D63C-064D-B122-4EF06293B455}">
      <dsp:nvSpPr>
        <dsp:cNvPr id="0" name=""/>
        <dsp:cNvSpPr/>
      </dsp:nvSpPr>
      <dsp:spPr>
        <a:xfrm>
          <a:off x="0" y="1047404"/>
          <a:ext cx="6253721" cy="589679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400" kern="1200" dirty="0"/>
            <a:t>Backend Development</a:t>
          </a:r>
          <a:endParaRPr lang="en-US" sz="2400" kern="1200" dirty="0"/>
        </a:p>
      </dsp:txBody>
      <dsp:txXfrm>
        <a:off x="28786" y="1076190"/>
        <a:ext cx="6196149" cy="532107"/>
      </dsp:txXfrm>
    </dsp:sp>
    <dsp:sp modelId="{9D7A8E25-3CDE-434F-81DB-F48447901502}">
      <dsp:nvSpPr>
        <dsp:cNvPr id="0" name=""/>
        <dsp:cNvSpPr/>
      </dsp:nvSpPr>
      <dsp:spPr>
        <a:xfrm>
          <a:off x="0" y="1637084"/>
          <a:ext cx="6253721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900" kern="1200" dirty="0"/>
            <a:t>Server logic, APIs</a:t>
          </a:r>
        </a:p>
      </dsp:txBody>
      <dsp:txXfrm>
        <a:off x="0" y="1637084"/>
        <a:ext cx="6253721" cy="397440"/>
      </dsp:txXfrm>
    </dsp:sp>
    <dsp:sp modelId="{6190743B-9708-F740-BD23-F5B0DAD7269A}">
      <dsp:nvSpPr>
        <dsp:cNvPr id="0" name=""/>
        <dsp:cNvSpPr/>
      </dsp:nvSpPr>
      <dsp:spPr>
        <a:xfrm>
          <a:off x="0" y="2034524"/>
          <a:ext cx="6253721" cy="58967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400" kern="1200" dirty="0"/>
            <a:t>Databases</a:t>
          </a:r>
          <a:endParaRPr lang="en-US" sz="2400" kern="1200" dirty="0"/>
        </a:p>
      </dsp:txBody>
      <dsp:txXfrm>
        <a:off x="28786" y="2063310"/>
        <a:ext cx="6196149" cy="532107"/>
      </dsp:txXfrm>
    </dsp:sp>
    <dsp:sp modelId="{9689D8DB-F4C3-154C-9284-9FBB0BD617C7}">
      <dsp:nvSpPr>
        <dsp:cNvPr id="0" name=""/>
        <dsp:cNvSpPr/>
      </dsp:nvSpPr>
      <dsp:spPr>
        <a:xfrm>
          <a:off x="0" y="2624204"/>
          <a:ext cx="6253721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900" kern="1200" dirty="0"/>
            <a:t>Data Storage and Retrieval</a:t>
          </a:r>
        </a:p>
      </dsp:txBody>
      <dsp:txXfrm>
        <a:off x="0" y="2624204"/>
        <a:ext cx="6253721" cy="397440"/>
      </dsp:txXfrm>
    </dsp:sp>
    <dsp:sp modelId="{83A9EE70-FEA5-8E42-AD2D-B56A3846ACAF}">
      <dsp:nvSpPr>
        <dsp:cNvPr id="0" name=""/>
        <dsp:cNvSpPr/>
      </dsp:nvSpPr>
      <dsp:spPr>
        <a:xfrm>
          <a:off x="0" y="3021644"/>
          <a:ext cx="6253721" cy="589679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400" kern="1200" dirty="0"/>
            <a:t>Deployment</a:t>
          </a:r>
          <a:endParaRPr lang="en-US" sz="2400" kern="1200" dirty="0"/>
        </a:p>
      </dsp:txBody>
      <dsp:txXfrm>
        <a:off x="28786" y="3050430"/>
        <a:ext cx="6196149" cy="532107"/>
      </dsp:txXfrm>
    </dsp:sp>
    <dsp:sp modelId="{D71C3F8E-9DA5-CC4D-8CD0-38F7EC4EAAEA}">
      <dsp:nvSpPr>
        <dsp:cNvPr id="0" name=""/>
        <dsp:cNvSpPr/>
      </dsp:nvSpPr>
      <dsp:spPr>
        <a:xfrm>
          <a:off x="0" y="3611324"/>
          <a:ext cx="6253721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900" kern="1200" dirty="0"/>
            <a:t>Cloud hosting, DevOps, CI/CD</a:t>
          </a:r>
        </a:p>
      </dsp:txBody>
      <dsp:txXfrm>
        <a:off x="0" y="3611324"/>
        <a:ext cx="6253721" cy="397440"/>
      </dsp:txXfrm>
    </dsp:sp>
    <dsp:sp modelId="{B2E27A9E-078D-B14F-B006-DC42B61E997A}">
      <dsp:nvSpPr>
        <dsp:cNvPr id="0" name=""/>
        <dsp:cNvSpPr/>
      </dsp:nvSpPr>
      <dsp:spPr>
        <a:xfrm>
          <a:off x="0" y="4008765"/>
          <a:ext cx="6253721" cy="58967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400" kern="1200" dirty="0"/>
            <a:t>Maintenance</a:t>
          </a:r>
          <a:endParaRPr lang="en-US" sz="2400" kern="1200" dirty="0"/>
        </a:p>
      </dsp:txBody>
      <dsp:txXfrm>
        <a:off x="28786" y="4037551"/>
        <a:ext cx="6196149" cy="532107"/>
      </dsp:txXfrm>
    </dsp:sp>
    <dsp:sp modelId="{8A9AF38F-D2AE-1A44-904C-EADCE5E6641E}">
      <dsp:nvSpPr>
        <dsp:cNvPr id="0" name=""/>
        <dsp:cNvSpPr/>
      </dsp:nvSpPr>
      <dsp:spPr>
        <a:xfrm>
          <a:off x="0" y="4598444"/>
          <a:ext cx="6253721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900" kern="1200" dirty="0"/>
            <a:t>Updates, monitoring, bug fixes</a:t>
          </a:r>
        </a:p>
      </dsp:txBody>
      <dsp:txXfrm>
        <a:off x="0" y="4598444"/>
        <a:ext cx="6253721" cy="3974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185D4-F183-4296-8E58-0B29903DCC4E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0E1E0-1E21-486B-B48C-21BD18DF8F77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F366B-F9F3-4345-9D35-78D5F62E63B7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Web Engineering = </a:t>
          </a:r>
          <a:r>
            <a:rPr lang="en-GB" sz="2200" i="1" kern="1200"/>
            <a:t>beyond coding</a:t>
          </a:r>
          <a:r>
            <a:rPr lang="en-GB" sz="2200" kern="1200"/>
            <a:t> → systematic approach.</a:t>
          </a:r>
          <a:endParaRPr lang="en-US" sz="2200" kern="1200"/>
        </a:p>
      </dsp:txBody>
      <dsp:txXfrm>
        <a:off x="1428292" y="2439"/>
        <a:ext cx="4873308" cy="1236616"/>
      </dsp:txXfrm>
    </dsp:sp>
    <dsp:sp modelId="{B9098AFD-5463-4921-8ECA-1F6043D85CFB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97F257-4E63-4D3D-8A8F-61D6490E84CD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C30F1-159B-4FD2-80F9-F5316DE04A71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Handles </a:t>
          </a:r>
          <a:r>
            <a:rPr lang="en-GB" sz="2200" b="1" kern="1200"/>
            <a:t>complexity, scalability, security, maintenance</a:t>
          </a:r>
          <a:r>
            <a:rPr lang="en-GB" sz="2200" kern="1200"/>
            <a:t>.</a:t>
          </a:r>
          <a:endParaRPr lang="en-US" sz="2200" kern="1200"/>
        </a:p>
      </dsp:txBody>
      <dsp:txXfrm>
        <a:off x="1428292" y="1548210"/>
        <a:ext cx="4873308" cy="1236616"/>
      </dsp:txXfrm>
    </dsp:sp>
    <dsp:sp modelId="{10E8B8B4-7AC2-4388-9A35-8CB8C8186635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C44FE-C390-40C6-A2AC-99421784DA17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E080D-DBFA-465A-878B-3830B0877163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Learn from </a:t>
          </a:r>
          <a:r>
            <a:rPr lang="en-GB" sz="2200" b="1" kern="1200"/>
            <a:t>real-world success &amp; failures</a:t>
          </a:r>
          <a:r>
            <a:rPr lang="en-GB" sz="2200" kern="1200"/>
            <a:t>.</a:t>
          </a:r>
          <a:endParaRPr lang="en-US" sz="2200" kern="1200"/>
        </a:p>
      </dsp:txBody>
      <dsp:txXfrm>
        <a:off x="1428292" y="3093981"/>
        <a:ext cx="4873308" cy="1236616"/>
      </dsp:txXfrm>
    </dsp:sp>
    <dsp:sp modelId="{224DB663-0562-40CE-8587-EED6F833C7FB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194D12-EF4E-444F-B2C3-6128D71D6FD3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3E7FD-6612-4985-94FC-EBF87693226F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Prepares foundation for this course.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AA6FB-3877-1E4D-B167-1B4FB672B63D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EC5EA-932A-5947-980A-FA1FA66816A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0678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Goes beyond coding — focuses on planning, architecture, testing, deployment, and maintenance.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EC5EA-932A-5947-980A-FA1FA66816A2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041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C74C-95F1-D07D-74B4-867319D3E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49181-5653-340E-FD2F-FD07DDEF3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B5E16-A47C-9C54-362B-92A49B5A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640FB-7901-F6B1-34B9-5145B9F5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0A873-20FD-1279-770C-ECBF3A7A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59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2103-0B86-5576-EA52-C961DE78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1DFCF-B2F3-480F-58ED-1DCFAA7F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F7CE0-EB65-9415-1512-EB1C0B5C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546D1BEE-7514-3442-AFBA-23208A0EB071}" type="datetimeFigureOut">
              <a:rPr lang="en-PK" smtClean="0"/>
              <a:pPr/>
              <a:t>12/08/2025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99A2A-382D-D6D4-8F6D-57F3115D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C799D-FE28-D53F-D187-C794A35B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6CC82A64-6922-664D-AB94-08BC3B07AAC6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067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7F08-0572-F1E3-8071-1A4BC731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64CB-7E08-3254-3D21-2CE6E45FB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8A1C1-7401-E6A1-882D-9A7E13EF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C9C9D-A1F9-EAE5-69BC-816DE2BA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0F84C-5C85-6351-CFDD-4534043B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82520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8C236-8EE9-F6D0-7E39-B14B16B0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6B693-0FC1-D363-AE3F-0D40995C7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4F5D3-587D-3E89-4A87-6A9F4BDF4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DEC69-5378-2946-F50E-33948C3C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2793F-4B25-0D98-E4F5-F91AD397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67B94-6D52-668A-94E9-5A20CE35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681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3D4F6-9B49-EFB8-13E4-7C2095F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A14A7-2159-1079-2F3B-536A7452F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EAE28-C47A-1285-6B36-C03E6685B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7AB209-01B6-0C5A-424B-D11D043F0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57243-6FB1-CC32-FBB3-2FB17DA14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B27983-AC64-054D-7B83-02E0BDC6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647C4-EA50-685D-E89C-56FC2A14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E245D-F06A-A08E-DAF5-C09122E6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99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7F7B-D780-AC06-1FE1-2D03B42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13001-ECFF-EEFB-DB0C-2F3ADB6CD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59D37-3ACB-306F-1C49-DCAFE2A8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6F819-38F1-4D8A-8993-F1B308BB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687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03B33A-7D70-D179-CCD0-6F2E44B1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712B1-B491-9E26-6978-5FB6E48B6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4D89B-6FB8-9E5E-58B6-DBE2725C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9562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AF6B-785A-E433-BEC8-EBCBC3DA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FB230-AE42-1C0D-D3A2-94A602D9E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AE96F-C7AB-3CBF-55DF-1051DF65F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48972-B15D-819F-2A89-5E7D2F20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FEC88-27AF-6C54-4BCF-9073B2BF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24181-2D01-B6E2-C429-9B2FF49B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733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D580-E804-4902-900D-1A517C94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360D4-D4F3-30BB-E172-DB44D1543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D38DF-16E0-2417-EDAE-908FFA203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00363-0B34-AECC-33C5-F58C7A8A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506BC-27FB-76A5-8D38-DB39DFC9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F5465-7366-CC05-8A2D-25AFEE00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6457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5876-557D-1E08-3B29-7641FAEC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C5BAF-DEAF-0F07-D548-3748092D1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33037-5919-0634-4666-76B03285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DF559-86F0-1BC8-C11C-323E0C36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351BB-1EFF-ADCE-3A00-415ED791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7374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D3C611-B432-696B-9FF5-FB3809391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B8F52-D7F8-FAC5-110C-1CDA2276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152A-F3A2-4C8D-38CE-E73E011B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80288-8322-9A8D-AD10-C05B2A05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F07B6-DB3F-592B-EF20-F8DCF87B8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1736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00D4E1-7168-B205-9428-B6E7D80D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A05D1-2E77-E137-2B0C-09007AD47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265D5-20BA-FD49-0952-8F0E52797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D1BEE-7514-3442-AFBA-23208A0EB071}" type="datetimeFigureOut">
              <a:rPr lang="en-PK" smtClean="0"/>
              <a:t>12/08/2025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D7448-0FE6-FB2C-7905-9C2DC9F1D8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C55A4-CE29-A083-A013-0FA8C21BE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82A64-6922-664D-AB94-08BC3B07AA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517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8BA8E1-C338-3C32-00F0-530E13DEF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PK" sz="5400" dirty="0">
                <a:solidFill>
                  <a:schemeClr val="bg1"/>
                </a:solidFill>
                <a:latin typeface="Abadi" panose="020B0604020104020204" pitchFamily="34" charset="0"/>
                <a:ea typeface="Nirmala Text" panose="020B0604020202020204" pitchFamily="34" charset="0"/>
                <a:cs typeface="Nirmala Text" panose="020B0604020202020204" pitchFamily="34" charset="0"/>
              </a:rPr>
              <a:t>Introduction to Web Engineering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CBBD0FF-C309-B69F-E1C9-ACC6125E8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PK" sz="2000">
                <a:solidFill>
                  <a:schemeClr val="bg1"/>
                </a:solidFill>
                <a:latin typeface="Abadi" panose="020B0604020104020204" pitchFamily="34" charset="0"/>
                <a:ea typeface="Nirmala Text" panose="020B0604020202020204" pitchFamily="34" charset="0"/>
                <a:cs typeface="Nirmala Text" panose="020B0604020202020204" pitchFamily="34" charset="0"/>
              </a:rPr>
              <a:t>Understanding systematic web application development</a:t>
            </a: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2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0" name="Oval 199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2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03" name="Freeform: Shape 30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0413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0F84E-D83A-DFA7-8693-65E7F8D6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PK" sz="4000">
                <a:solidFill>
                  <a:srgbClr val="FFFFFF"/>
                </a:solidFill>
                <a:latin typeface="Abadi" panose="020B0604020104020204" pitchFamily="34" charset="0"/>
              </a:rPr>
              <a:t>Learning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008892-450D-6093-6B67-CA0E8B4CB2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3685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109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8E919-A234-F29F-3478-07FB45CF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PK" sz="4100">
                <a:solidFill>
                  <a:schemeClr val="bg1"/>
                </a:solidFill>
              </a:rPr>
              <a:t>What is Web Engineering?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3496A8-63D2-E6C2-77B2-FA912E02B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2526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974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E6FD0-C2D8-4271-02B2-A85F865B4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PK" sz="4100">
                <a:solidFill>
                  <a:schemeClr val="bg1"/>
                </a:solidFill>
              </a:rPr>
              <a:t>Why Web Engineering?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EBF6F1-C90E-4349-F64F-9361B2ED1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28331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541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6E028-449A-2CE3-A99E-7D7D0A22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PK" sz="4100" dirty="0">
                <a:solidFill>
                  <a:schemeClr val="bg1"/>
                </a:solidFill>
              </a:rPr>
              <a:t>Web Development vs </a:t>
            </a:r>
            <a:br>
              <a:rPr lang="en-PK" sz="4100" dirty="0">
                <a:solidFill>
                  <a:schemeClr val="bg1"/>
                </a:solidFill>
              </a:rPr>
            </a:br>
            <a:r>
              <a:rPr lang="en-PK" sz="4100" dirty="0">
                <a:solidFill>
                  <a:schemeClr val="bg1"/>
                </a:solidFill>
              </a:rPr>
              <a:t>Web Engineering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0B8F24-2195-BAD8-BD5A-8A7CB21147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977037"/>
              </p:ext>
            </p:extLst>
          </p:nvPr>
        </p:nvGraphicFramePr>
        <p:xfrm>
          <a:off x="5484139" y="1754783"/>
          <a:ext cx="6301602" cy="377208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827349">
                  <a:extLst>
                    <a:ext uri="{9D8B030D-6E8A-4147-A177-3AD203B41FA5}">
                      <a16:colId xmlns:a16="http://schemas.microsoft.com/office/drawing/2014/main" val="3535220441"/>
                    </a:ext>
                  </a:extLst>
                </a:gridCol>
                <a:gridCol w="3474253">
                  <a:extLst>
                    <a:ext uri="{9D8B030D-6E8A-4147-A177-3AD203B41FA5}">
                      <a16:colId xmlns:a16="http://schemas.microsoft.com/office/drawing/2014/main" val="49307998"/>
                    </a:ext>
                  </a:extLst>
                </a:gridCol>
              </a:tblGrid>
              <a:tr h="1150728">
                <a:tc>
                  <a:txBody>
                    <a:bodyPr/>
                    <a:lstStyle/>
                    <a:p>
                      <a:r>
                        <a:rPr lang="en-PK" sz="2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Web Development</a:t>
                      </a:r>
                    </a:p>
                  </a:txBody>
                  <a:tcPr marL="273983" marR="205487" marT="136991" marB="1369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K" sz="2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Web        Engineering</a:t>
                      </a:r>
                    </a:p>
                  </a:txBody>
                  <a:tcPr marL="273983" marR="205487" marT="136991" marB="1369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384480"/>
                  </a:ext>
                </a:extLst>
              </a:tr>
              <a:tr h="625594">
                <a:tc>
                  <a:txBody>
                    <a:bodyPr/>
                    <a:lstStyle/>
                    <a:p>
                      <a:r>
                        <a:rPr lang="en-PK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Coding focus</a:t>
                      </a:r>
                    </a:p>
                  </a:txBody>
                  <a:tcPr marL="273983" marR="205487" marT="136991" marB="1369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K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Systematic process</a:t>
                      </a:r>
                    </a:p>
                  </a:txBody>
                  <a:tcPr marL="273983" marR="205487" marT="136991" marB="1369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574445"/>
                  </a:ext>
                </a:extLst>
              </a:tr>
              <a:tr h="922409">
                <a:tc>
                  <a:txBody>
                    <a:bodyPr/>
                    <a:lstStyle/>
                    <a:p>
                      <a:r>
                        <a:rPr lang="en-PK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HTML, CSS, JS</a:t>
                      </a:r>
                    </a:p>
                  </a:txBody>
                  <a:tcPr marL="273983" marR="205487" marT="136991" marB="1369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K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Requirements, design, testing,  Development, deployment</a:t>
                      </a:r>
                    </a:p>
                  </a:txBody>
                  <a:tcPr marL="273983" marR="205487" marT="136991" marB="1369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958545"/>
                  </a:ext>
                </a:extLst>
              </a:tr>
              <a:tr h="625594">
                <a:tc>
                  <a:txBody>
                    <a:bodyPr/>
                    <a:lstStyle/>
                    <a:p>
                      <a:r>
                        <a:rPr lang="en-PK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Build small sites</a:t>
                      </a:r>
                    </a:p>
                  </a:txBody>
                  <a:tcPr marL="273983" marR="205487" marT="136991" marB="1369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K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Build scalable, reliable  systems</a:t>
                      </a:r>
                    </a:p>
                  </a:txBody>
                  <a:tcPr marL="273983" marR="205487" marT="136991" marB="13699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276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08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95B9C-A0E3-6363-91E7-358A7D364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PK">
                <a:solidFill>
                  <a:schemeClr val="bg1"/>
                </a:solidFill>
              </a:rPr>
              <a:t>Challenges in Web Apps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540D1C-1D1D-1F92-F470-DD068A91D0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12033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7449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99416-8F36-1512-5B52-B6676B70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PK">
                <a:solidFill>
                  <a:schemeClr val="bg1"/>
                </a:solidFill>
              </a:rPr>
              <a:t>Real-World Examples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39F2B7-66E9-985B-C70C-7FFD7E1A6D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7507885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7513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95E845-F9A6-8209-146B-7899FC8F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n-PK" sz="4800"/>
              <a:t>Key Domains in Web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4775D2-33AB-E56A-D508-16BA76FF2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2827879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9671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4F092-D905-58A1-3786-D569ACCFA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 Activity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2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4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FA63B-5115-880C-595B-2C19B2947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Question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:</a:t>
            </a:r>
            <a:b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“Think of a website you use daily — what makes it successful or frustrating?”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Map to: </a:t>
            </a:r>
          </a:p>
          <a:p>
            <a:pPr marL="0" indent="0">
              <a:buNone/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Usability, Performance, Security, Reliability, Maintainability.</a:t>
            </a:r>
          </a:p>
        </p:txBody>
      </p:sp>
      <p:grpSp>
        <p:nvGrpSpPr>
          <p:cNvPr id="90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738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B5564-2588-03A7-D696-661F72D9C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PK">
                <a:solidFill>
                  <a:schemeClr val="bg1"/>
                </a:solidFill>
              </a:rPr>
              <a:t>Key Takeaways</a:t>
            </a:r>
          </a:p>
        </p:txBody>
      </p:sp>
      <p:grpSp>
        <p:nvGrpSpPr>
          <p:cNvPr id="41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9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DD6B3744-1CF3-773F-F56A-905A9CF69B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219715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1990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6CABC-844F-945B-8ACD-33A77E364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8974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8421</TotalTime>
  <Words>346</Words>
  <Application>Microsoft Macintosh PowerPoint</Application>
  <PresentationFormat>Widescreen</PresentationFormat>
  <Paragraphs>66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Abadi</vt:lpstr>
      <vt:lpstr>Aptos</vt:lpstr>
      <vt:lpstr>Aptos Display</vt:lpstr>
      <vt:lpstr>Arial</vt:lpstr>
      <vt:lpstr>Office Theme</vt:lpstr>
      <vt:lpstr>Introduction to Web Engineering</vt:lpstr>
      <vt:lpstr>Learning Outcomes</vt:lpstr>
      <vt:lpstr>What is Web Engineering?</vt:lpstr>
      <vt:lpstr>Why Web Engineering?</vt:lpstr>
      <vt:lpstr>Web Development vs  Web Engineering</vt:lpstr>
      <vt:lpstr>Challenges in Web Apps</vt:lpstr>
      <vt:lpstr>Real-World Examples</vt:lpstr>
      <vt:lpstr>Key Domains in Web Engineering</vt:lpstr>
      <vt:lpstr>Class Activity</vt:lpstr>
      <vt:lpstr>Key Takeaways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Naema  Asif</dc:creator>
  <cp:lastModifiedBy>Naema  Asif</cp:lastModifiedBy>
  <cp:revision>1</cp:revision>
  <dcterms:created xsi:type="dcterms:W3CDTF">2025-08-12T09:35:08Z</dcterms:created>
  <dcterms:modified xsi:type="dcterms:W3CDTF">2025-08-18T05:56:28Z</dcterms:modified>
</cp:coreProperties>
</file>